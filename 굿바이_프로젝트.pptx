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914" y="114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211F1F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7D2E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35914"/>
            <a:ext cx="12192000" cy="642208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90525" y="828675"/>
            <a:ext cx="11410950" cy="6029325"/>
          </a:xfrm>
          <a:custGeom>
            <a:avLst/>
            <a:gdLst/>
            <a:ahLst/>
            <a:cxnLst/>
            <a:rect l="l" t="t" r="r" b="b"/>
            <a:pathLst>
              <a:path w="11410950" h="6029325">
                <a:moveTo>
                  <a:pt x="11261090" y="0"/>
                </a:moveTo>
                <a:lnTo>
                  <a:pt x="149885" y="0"/>
                </a:lnTo>
                <a:lnTo>
                  <a:pt x="102510" y="7636"/>
                </a:lnTo>
                <a:lnTo>
                  <a:pt x="61365" y="28903"/>
                </a:lnTo>
                <a:lnTo>
                  <a:pt x="28919" y="61337"/>
                </a:lnTo>
                <a:lnTo>
                  <a:pt x="7641" y="102477"/>
                </a:lnTo>
                <a:lnTo>
                  <a:pt x="0" y="149860"/>
                </a:lnTo>
                <a:lnTo>
                  <a:pt x="0" y="6029323"/>
                </a:lnTo>
                <a:lnTo>
                  <a:pt x="11410950" y="6029323"/>
                </a:lnTo>
                <a:lnTo>
                  <a:pt x="11410950" y="149860"/>
                </a:lnTo>
                <a:lnTo>
                  <a:pt x="11403313" y="102477"/>
                </a:lnTo>
                <a:lnTo>
                  <a:pt x="11382046" y="61337"/>
                </a:lnTo>
                <a:lnTo>
                  <a:pt x="11349612" y="28903"/>
                </a:lnTo>
                <a:lnTo>
                  <a:pt x="11308472" y="7636"/>
                </a:lnTo>
                <a:lnTo>
                  <a:pt x="112610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42900" y="1081405"/>
            <a:ext cx="3130550" cy="461645"/>
          </a:xfrm>
          <a:custGeom>
            <a:avLst/>
            <a:gdLst/>
            <a:ahLst/>
            <a:cxnLst/>
            <a:rect l="l" t="t" r="r" b="b"/>
            <a:pathLst>
              <a:path w="3130550" h="461644">
                <a:moveTo>
                  <a:pt x="2947542" y="0"/>
                </a:moveTo>
                <a:lnTo>
                  <a:pt x="0" y="0"/>
                </a:lnTo>
                <a:lnTo>
                  <a:pt x="0" y="461645"/>
                </a:lnTo>
                <a:lnTo>
                  <a:pt x="2947542" y="461645"/>
                </a:lnTo>
                <a:lnTo>
                  <a:pt x="2960530" y="460091"/>
                </a:lnTo>
                <a:lnTo>
                  <a:pt x="2992374" y="438785"/>
                </a:lnTo>
                <a:lnTo>
                  <a:pt x="3119882" y="263398"/>
                </a:lnTo>
                <a:lnTo>
                  <a:pt x="3130423" y="230759"/>
                </a:lnTo>
                <a:lnTo>
                  <a:pt x="3119882" y="198120"/>
                </a:lnTo>
                <a:lnTo>
                  <a:pt x="2992374" y="22860"/>
                </a:lnTo>
                <a:lnTo>
                  <a:pt x="2960584" y="1553"/>
                </a:lnTo>
                <a:lnTo>
                  <a:pt x="2947542" y="0"/>
                </a:lnTo>
                <a:close/>
              </a:path>
            </a:pathLst>
          </a:custGeom>
          <a:solidFill>
            <a:srgbClr val="0C6CB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6785" y="1278127"/>
            <a:ext cx="204558" cy="159258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887044" y="1256030"/>
            <a:ext cx="322580" cy="168275"/>
          </a:xfrm>
          <a:custGeom>
            <a:avLst/>
            <a:gdLst/>
            <a:ahLst/>
            <a:cxnLst/>
            <a:rect l="l" t="t" r="r" b="b"/>
            <a:pathLst>
              <a:path w="322580" h="168275">
                <a:moveTo>
                  <a:pt x="44932" y="113284"/>
                </a:moveTo>
                <a:lnTo>
                  <a:pt x="22987" y="113284"/>
                </a:lnTo>
                <a:lnTo>
                  <a:pt x="22987" y="163449"/>
                </a:lnTo>
                <a:lnTo>
                  <a:pt x="135128" y="163449"/>
                </a:lnTo>
                <a:lnTo>
                  <a:pt x="135128" y="145034"/>
                </a:lnTo>
                <a:lnTo>
                  <a:pt x="44932" y="145034"/>
                </a:lnTo>
                <a:lnTo>
                  <a:pt x="44932" y="113284"/>
                </a:lnTo>
                <a:close/>
              </a:path>
              <a:path w="322580" h="168275">
                <a:moveTo>
                  <a:pt x="88811" y="101473"/>
                </a:moveTo>
                <a:lnTo>
                  <a:pt x="66865" y="101473"/>
                </a:lnTo>
                <a:lnTo>
                  <a:pt x="66865" y="133985"/>
                </a:lnTo>
                <a:lnTo>
                  <a:pt x="88811" y="133985"/>
                </a:lnTo>
                <a:lnTo>
                  <a:pt x="88811" y="101473"/>
                </a:lnTo>
                <a:close/>
              </a:path>
              <a:path w="322580" h="168275">
                <a:moveTo>
                  <a:pt x="155854" y="83058"/>
                </a:moveTo>
                <a:lnTo>
                  <a:pt x="0" y="83058"/>
                </a:lnTo>
                <a:lnTo>
                  <a:pt x="0" y="101473"/>
                </a:lnTo>
                <a:lnTo>
                  <a:pt x="155854" y="101473"/>
                </a:lnTo>
                <a:lnTo>
                  <a:pt x="155854" y="83058"/>
                </a:lnTo>
                <a:close/>
              </a:path>
              <a:path w="322580" h="168275">
                <a:moveTo>
                  <a:pt x="322059" y="104648"/>
                </a:moveTo>
                <a:lnTo>
                  <a:pt x="210096" y="104648"/>
                </a:lnTo>
                <a:lnTo>
                  <a:pt x="210096" y="123062"/>
                </a:lnTo>
                <a:lnTo>
                  <a:pt x="300291" y="123062"/>
                </a:lnTo>
                <a:lnTo>
                  <a:pt x="300291" y="168021"/>
                </a:lnTo>
                <a:lnTo>
                  <a:pt x="322059" y="168021"/>
                </a:lnTo>
                <a:lnTo>
                  <a:pt x="322059" y="104648"/>
                </a:lnTo>
                <a:close/>
              </a:path>
              <a:path w="322580" h="168275">
                <a:moveTo>
                  <a:pt x="45275" y="4191"/>
                </a:moveTo>
                <a:lnTo>
                  <a:pt x="23507" y="4191"/>
                </a:lnTo>
                <a:lnTo>
                  <a:pt x="23507" y="69469"/>
                </a:lnTo>
                <a:lnTo>
                  <a:pt x="132346" y="69469"/>
                </a:lnTo>
                <a:lnTo>
                  <a:pt x="132346" y="51308"/>
                </a:lnTo>
                <a:lnTo>
                  <a:pt x="45275" y="51308"/>
                </a:lnTo>
                <a:lnTo>
                  <a:pt x="45275" y="37973"/>
                </a:lnTo>
                <a:lnTo>
                  <a:pt x="132346" y="37973"/>
                </a:lnTo>
                <a:lnTo>
                  <a:pt x="132346" y="20193"/>
                </a:lnTo>
                <a:lnTo>
                  <a:pt x="45275" y="20193"/>
                </a:lnTo>
                <a:lnTo>
                  <a:pt x="45275" y="4191"/>
                </a:lnTo>
                <a:close/>
              </a:path>
              <a:path w="322580" h="168275">
                <a:moveTo>
                  <a:pt x="132346" y="37973"/>
                </a:moveTo>
                <a:lnTo>
                  <a:pt x="110578" y="37973"/>
                </a:lnTo>
                <a:lnTo>
                  <a:pt x="110578" y="51308"/>
                </a:lnTo>
                <a:lnTo>
                  <a:pt x="132346" y="51308"/>
                </a:lnTo>
                <a:lnTo>
                  <a:pt x="132346" y="37973"/>
                </a:lnTo>
                <a:close/>
              </a:path>
              <a:path w="322580" h="168275">
                <a:moveTo>
                  <a:pt x="132346" y="4191"/>
                </a:moveTo>
                <a:lnTo>
                  <a:pt x="110578" y="4191"/>
                </a:lnTo>
                <a:lnTo>
                  <a:pt x="110578" y="20193"/>
                </a:lnTo>
                <a:lnTo>
                  <a:pt x="132346" y="20193"/>
                </a:lnTo>
                <a:lnTo>
                  <a:pt x="132346" y="4191"/>
                </a:lnTo>
                <a:close/>
              </a:path>
              <a:path w="322580" h="168275">
                <a:moveTo>
                  <a:pt x="239077" y="5334"/>
                </a:moveTo>
                <a:lnTo>
                  <a:pt x="217398" y="5334"/>
                </a:lnTo>
                <a:lnTo>
                  <a:pt x="217398" y="28067"/>
                </a:lnTo>
                <a:lnTo>
                  <a:pt x="216739" y="35238"/>
                </a:lnTo>
                <a:lnTo>
                  <a:pt x="192126" y="72921"/>
                </a:lnTo>
                <a:lnTo>
                  <a:pt x="175437" y="82804"/>
                </a:lnTo>
                <a:lnTo>
                  <a:pt x="191376" y="97536"/>
                </a:lnTo>
                <a:lnTo>
                  <a:pt x="222326" y="69865"/>
                </a:lnTo>
                <a:lnTo>
                  <a:pt x="228803" y="59944"/>
                </a:lnTo>
                <a:lnTo>
                  <a:pt x="253942" y="59944"/>
                </a:lnTo>
                <a:lnTo>
                  <a:pt x="239150" y="28067"/>
                </a:lnTo>
                <a:lnTo>
                  <a:pt x="239077" y="5334"/>
                </a:lnTo>
                <a:close/>
              </a:path>
              <a:path w="322580" h="168275">
                <a:moveTo>
                  <a:pt x="322059" y="0"/>
                </a:moveTo>
                <a:lnTo>
                  <a:pt x="300634" y="0"/>
                </a:lnTo>
                <a:lnTo>
                  <a:pt x="300634" y="31623"/>
                </a:lnTo>
                <a:lnTo>
                  <a:pt x="264947" y="31623"/>
                </a:lnTo>
                <a:lnTo>
                  <a:pt x="264947" y="50200"/>
                </a:lnTo>
                <a:lnTo>
                  <a:pt x="300634" y="50200"/>
                </a:lnTo>
                <a:lnTo>
                  <a:pt x="300634" y="97536"/>
                </a:lnTo>
                <a:lnTo>
                  <a:pt x="322059" y="97536"/>
                </a:lnTo>
                <a:lnTo>
                  <a:pt x="322059" y="0"/>
                </a:lnTo>
                <a:close/>
              </a:path>
              <a:path w="322580" h="168275">
                <a:moveTo>
                  <a:pt x="253942" y="59944"/>
                </a:moveTo>
                <a:lnTo>
                  <a:pt x="228803" y="59944"/>
                </a:lnTo>
                <a:lnTo>
                  <a:pt x="236063" y="69705"/>
                </a:lnTo>
                <a:lnTo>
                  <a:pt x="244870" y="78406"/>
                </a:lnTo>
                <a:lnTo>
                  <a:pt x="255222" y="86036"/>
                </a:lnTo>
                <a:lnTo>
                  <a:pt x="267119" y="92583"/>
                </a:lnTo>
                <a:lnTo>
                  <a:pt x="281050" y="75946"/>
                </a:lnTo>
                <a:lnTo>
                  <a:pt x="272557" y="72921"/>
                </a:lnTo>
                <a:lnTo>
                  <a:pt x="264755" y="68802"/>
                </a:lnTo>
                <a:lnTo>
                  <a:pt x="257646" y="63587"/>
                </a:lnTo>
                <a:lnTo>
                  <a:pt x="253942" y="599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631024" y="399160"/>
            <a:ext cx="2590800" cy="310515"/>
          </a:xfrm>
          <a:custGeom>
            <a:avLst/>
            <a:gdLst/>
            <a:ahLst/>
            <a:cxnLst/>
            <a:rect l="l" t="t" r="r" b="b"/>
            <a:pathLst>
              <a:path w="2590800" h="310515">
                <a:moveTo>
                  <a:pt x="155232" y="185928"/>
                </a:moveTo>
                <a:lnTo>
                  <a:pt x="126365" y="185928"/>
                </a:lnTo>
                <a:lnTo>
                  <a:pt x="126365" y="77851"/>
                </a:lnTo>
                <a:lnTo>
                  <a:pt x="126365" y="41275"/>
                </a:lnTo>
                <a:lnTo>
                  <a:pt x="102997" y="41275"/>
                </a:lnTo>
                <a:lnTo>
                  <a:pt x="102997" y="77851"/>
                </a:lnTo>
                <a:lnTo>
                  <a:pt x="102997" y="185928"/>
                </a:lnTo>
                <a:lnTo>
                  <a:pt x="27393" y="185928"/>
                </a:lnTo>
                <a:lnTo>
                  <a:pt x="43319" y="165989"/>
                </a:lnTo>
                <a:lnTo>
                  <a:pt x="58699" y="146062"/>
                </a:lnTo>
                <a:lnTo>
                  <a:pt x="73774" y="124739"/>
                </a:lnTo>
                <a:lnTo>
                  <a:pt x="88544" y="102006"/>
                </a:lnTo>
                <a:lnTo>
                  <a:pt x="102997" y="77851"/>
                </a:lnTo>
                <a:lnTo>
                  <a:pt x="102997" y="41275"/>
                </a:lnTo>
                <a:lnTo>
                  <a:pt x="101066" y="41275"/>
                </a:lnTo>
                <a:lnTo>
                  <a:pt x="92925" y="57861"/>
                </a:lnTo>
                <a:lnTo>
                  <a:pt x="83248" y="75209"/>
                </a:lnTo>
                <a:lnTo>
                  <a:pt x="59309" y="112268"/>
                </a:lnTo>
                <a:lnTo>
                  <a:pt x="30975" y="150368"/>
                </a:lnTo>
                <a:lnTo>
                  <a:pt x="0" y="187325"/>
                </a:lnTo>
                <a:lnTo>
                  <a:pt x="0" y="207391"/>
                </a:lnTo>
                <a:lnTo>
                  <a:pt x="102997" y="207391"/>
                </a:lnTo>
                <a:lnTo>
                  <a:pt x="102997" y="260350"/>
                </a:lnTo>
                <a:lnTo>
                  <a:pt x="126365" y="260350"/>
                </a:lnTo>
                <a:lnTo>
                  <a:pt x="126365" y="207391"/>
                </a:lnTo>
                <a:lnTo>
                  <a:pt x="155232" y="207391"/>
                </a:lnTo>
                <a:lnTo>
                  <a:pt x="155232" y="185928"/>
                </a:lnTo>
                <a:close/>
              </a:path>
              <a:path w="2590800" h="310515">
                <a:moveTo>
                  <a:pt x="237744" y="176911"/>
                </a:moveTo>
                <a:lnTo>
                  <a:pt x="234772" y="138442"/>
                </a:lnTo>
                <a:lnTo>
                  <a:pt x="211035" y="70612"/>
                </a:lnTo>
                <a:lnTo>
                  <a:pt x="190271" y="41275"/>
                </a:lnTo>
                <a:lnTo>
                  <a:pt x="168694" y="41275"/>
                </a:lnTo>
                <a:lnTo>
                  <a:pt x="189712" y="71539"/>
                </a:lnTo>
                <a:lnTo>
                  <a:pt x="204736" y="104190"/>
                </a:lnTo>
                <a:lnTo>
                  <a:pt x="213753" y="139204"/>
                </a:lnTo>
                <a:lnTo>
                  <a:pt x="216763" y="176530"/>
                </a:lnTo>
                <a:lnTo>
                  <a:pt x="213779" y="213664"/>
                </a:lnTo>
                <a:lnTo>
                  <a:pt x="204851" y="248272"/>
                </a:lnTo>
                <a:lnTo>
                  <a:pt x="189966" y="280390"/>
                </a:lnTo>
                <a:lnTo>
                  <a:pt x="169138" y="310007"/>
                </a:lnTo>
                <a:lnTo>
                  <a:pt x="190271" y="310007"/>
                </a:lnTo>
                <a:lnTo>
                  <a:pt x="211035" y="281533"/>
                </a:lnTo>
                <a:lnTo>
                  <a:pt x="225869" y="249847"/>
                </a:lnTo>
                <a:lnTo>
                  <a:pt x="234772" y="214960"/>
                </a:lnTo>
                <a:lnTo>
                  <a:pt x="237744" y="176911"/>
                </a:lnTo>
                <a:close/>
              </a:path>
              <a:path w="2590800" h="310515">
                <a:moveTo>
                  <a:pt x="630339" y="261493"/>
                </a:moveTo>
                <a:lnTo>
                  <a:pt x="576033" y="246697"/>
                </a:lnTo>
                <a:lnTo>
                  <a:pt x="544779" y="224282"/>
                </a:lnTo>
                <a:lnTo>
                  <a:pt x="536130" y="214249"/>
                </a:lnTo>
                <a:lnTo>
                  <a:pt x="530212" y="202539"/>
                </a:lnTo>
                <a:lnTo>
                  <a:pt x="528294" y="190881"/>
                </a:lnTo>
                <a:lnTo>
                  <a:pt x="528243" y="183515"/>
                </a:lnTo>
                <a:lnTo>
                  <a:pt x="506069" y="183515"/>
                </a:lnTo>
                <a:lnTo>
                  <a:pt x="506069" y="190881"/>
                </a:lnTo>
                <a:lnTo>
                  <a:pt x="504037" y="202539"/>
                </a:lnTo>
                <a:lnTo>
                  <a:pt x="478078" y="234238"/>
                </a:lnTo>
                <a:lnTo>
                  <a:pt x="441883" y="253492"/>
                </a:lnTo>
                <a:lnTo>
                  <a:pt x="403974" y="261493"/>
                </a:lnTo>
                <a:lnTo>
                  <a:pt x="417957" y="280797"/>
                </a:lnTo>
                <a:lnTo>
                  <a:pt x="460260" y="268681"/>
                </a:lnTo>
                <a:lnTo>
                  <a:pt x="500113" y="243713"/>
                </a:lnTo>
                <a:lnTo>
                  <a:pt x="517385" y="224282"/>
                </a:lnTo>
                <a:lnTo>
                  <a:pt x="524497" y="233654"/>
                </a:lnTo>
                <a:lnTo>
                  <a:pt x="559054" y="260096"/>
                </a:lnTo>
                <a:lnTo>
                  <a:pt x="603224" y="278015"/>
                </a:lnTo>
                <a:lnTo>
                  <a:pt x="617842" y="280797"/>
                </a:lnTo>
                <a:lnTo>
                  <a:pt x="630339" y="261493"/>
                </a:lnTo>
                <a:close/>
              </a:path>
              <a:path w="2590800" h="310515">
                <a:moveTo>
                  <a:pt x="653580" y="116713"/>
                </a:moveTo>
                <a:lnTo>
                  <a:pt x="607872" y="116713"/>
                </a:lnTo>
                <a:lnTo>
                  <a:pt x="609168" y="96977"/>
                </a:lnTo>
                <a:lnTo>
                  <a:pt x="610095" y="72428"/>
                </a:lnTo>
                <a:lnTo>
                  <a:pt x="610654" y="43065"/>
                </a:lnTo>
                <a:lnTo>
                  <a:pt x="610730" y="28829"/>
                </a:lnTo>
                <a:lnTo>
                  <a:pt x="610844" y="8890"/>
                </a:lnTo>
                <a:lnTo>
                  <a:pt x="431660" y="8890"/>
                </a:lnTo>
                <a:lnTo>
                  <a:pt x="431660" y="28829"/>
                </a:lnTo>
                <a:lnTo>
                  <a:pt x="588670" y="28829"/>
                </a:lnTo>
                <a:lnTo>
                  <a:pt x="588581" y="43065"/>
                </a:lnTo>
                <a:lnTo>
                  <a:pt x="588505" y="58039"/>
                </a:lnTo>
                <a:lnTo>
                  <a:pt x="588035" y="82397"/>
                </a:lnTo>
                <a:lnTo>
                  <a:pt x="587235" y="101955"/>
                </a:lnTo>
                <a:lnTo>
                  <a:pt x="586143" y="116713"/>
                </a:lnTo>
                <a:lnTo>
                  <a:pt x="387159" y="116713"/>
                </a:lnTo>
                <a:lnTo>
                  <a:pt x="387159" y="136525"/>
                </a:lnTo>
                <a:lnTo>
                  <a:pt x="506666" y="136525"/>
                </a:lnTo>
                <a:lnTo>
                  <a:pt x="506666" y="172593"/>
                </a:lnTo>
                <a:lnTo>
                  <a:pt x="528840" y="172593"/>
                </a:lnTo>
                <a:lnTo>
                  <a:pt x="528840" y="136525"/>
                </a:lnTo>
                <a:lnTo>
                  <a:pt x="653580" y="136525"/>
                </a:lnTo>
                <a:lnTo>
                  <a:pt x="653580" y="116713"/>
                </a:lnTo>
                <a:close/>
              </a:path>
              <a:path w="2590800" h="310515">
                <a:moveTo>
                  <a:pt x="847509" y="21590"/>
                </a:moveTo>
                <a:lnTo>
                  <a:pt x="825411" y="21590"/>
                </a:lnTo>
                <a:lnTo>
                  <a:pt x="825411" y="98425"/>
                </a:lnTo>
                <a:lnTo>
                  <a:pt x="825411" y="118110"/>
                </a:lnTo>
                <a:lnTo>
                  <a:pt x="825411" y="189103"/>
                </a:lnTo>
                <a:lnTo>
                  <a:pt x="732193" y="189103"/>
                </a:lnTo>
                <a:lnTo>
                  <a:pt x="732193" y="118110"/>
                </a:lnTo>
                <a:lnTo>
                  <a:pt x="825411" y="118110"/>
                </a:lnTo>
                <a:lnTo>
                  <a:pt x="825411" y="98425"/>
                </a:lnTo>
                <a:lnTo>
                  <a:pt x="732193" y="98425"/>
                </a:lnTo>
                <a:lnTo>
                  <a:pt x="732193" y="21590"/>
                </a:lnTo>
                <a:lnTo>
                  <a:pt x="710222" y="21590"/>
                </a:lnTo>
                <a:lnTo>
                  <a:pt x="710222" y="208915"/>
                </a:lnTo>
                <a:lnTo>
                  <a:pt x="847509" y="208915"/>
                </a:lnTo>
                <a:lnTo>
                  <a:pt x="847509" y="189103"/>
                </a:lnTo>
                <a:lnTo>
                  <a:pt x="847509" y="118110"/>
                </a:lnTo>
                <a:lnTo>
                  <a:pt x="847509" y="98425"/>
                </a:lnTo>
                <a:lnTo>
                  <a:pt x="847509" y="21590"/>
                </a:lnTo>
                <a:close/>
              </a:path>
              <a:path w="2590800" h="310515">
                <a:moveTo>
                  <a:pt x="965111" y="115189"/>
                </a:moveTo>
                <a:lnTo>
                  <a:pt x="915327" y="115189"/>
                </a:lnTo>
                <a:lnTo>
                  <a:pt x="915327" y="0"/>
                </a:lnTo>
                <a:lnTo>
                  <a:pt x="893229" y="0"/>
                </a:lnTo>
                <a:lnTo>
                  <a:pt x="893229" y="287147"/>
                </a:lnTo>
                <a:lnTo>
                  <a:pt x="915327" y="287147"/>
                </a:lnTo>
                <a:lnTo>
                  <a:pt x="915327" y="135001"/>
                </a:lnTo>
                <a:lnTo>
                  <a:pt x="965111" y="135001"/>
                </a:lnTo>
                <a:lnTo>
                  <a:pt x="965111" y="115189"/>
                </a:lnTo>
                <a:close/>
              </a:path>
              <a:path w="2590800" h="310515">
                <a:moveTo>
                  <a:pt x="1159929" y="116713"/>
                </a:moveTo>
                <a:lnTo>
                  <a:pt x="1154811" y="75933"/>
                </a:lnTo>
                <a:lnTo>
                  <a:pt x="1137831" y="43116"/>
                </a:lnTo>
                <a:lnTo>
                  <a:pt x="1137831" y="116713"/>
                </a:lnTo>
                <a:lnTo>
                  <a:pt x="1136904" y="133464"/>
                </a:lnTo>
                <a:lnTo>
                  <a:pt x="1123238" y="173355"/>
                </a:lnTo>
                <a:lnTo>
                  <a:pt x="1086396" y="194818"/>
                </a:lnTo>
                <a:lnTo>
                  <a:pt x="1075575" y="193484"/>
                </a:lnTo>
                <a:lnTo>
                  <a:pt x="1042974" y="161759"/>
                </a:lnTo>
                <a:lnTo>
                  <a:pt x="1034834" y="116713"/>
                </a:lnTo>
                <a:lnTo>
                  <a:pt x="1035735" y="99961"/>
                </a:lnTo>
                <a:lnTo>
                  <a:pt x="1049185" y="60071"/>
                </a:lnTo>
                <a:lnTo>
                  <a:pt x="1086396" y="38735"/>
                </a:lnTo>
                <a:lnTo>
                  <a:pt x="1097368" y="40081"/>
                </a:lnTo>
                <a:lnTo>
                  <a:pt x="1129868" y="71628"/>
                </a:lnTo>
                <a:lnTo>
                  <a:pt x="1137831" y="116713"/>
                </a:lnTo>
                <a:lnTo>
                  <a:pt x="1137831" y="43116"/>
                </a:lnTo>
                <a:lnTo>
                  <a:pt x="1102080" y="20574"/>
                </a:lnTo>
                <a:lnTo>
                  <a:pt x="1086396" y="18923"/>
                </a:lnTo>
                <a:lnTo>
                  <a:pt x="1070571" y="20574"/>
                </a:lnTo>
                <a:lnTo>
                  <a:pt x="1033170" y="44958"/>
                </a:lnTo>
                <a:lnTo>
                  <a:pt x="1014501" y="95097"/>
                </a:lnTo>
                <a:lnTo>
                  <a:pt x="1013244" y="116713"/>
                </a:lnTo>
                <a:lnTo>
                  <a:pt x="1014514" y="138201"/>
                </a:lnTo>
                <a:lnTo>
                  <a:pt x="1030071" y="182765"/>
                </a:lnTo>
                <a:lnTo>
                  <a:pt x="1070813" y="212991"/>
                </a:lnTo>
                <a:lnTo>
                  <a:pt x="1086396" y="214630"/>
                </a:lnTo>
                <a:lnTo>
                  <a:pt x="1102004" y="212991"/>
                </a:lnTo>
                <a:lnTo>
                  <a:pt x="1116088" y="208064"/>
                </a:lnTo>
                <a:lnTo>
                  <a:pt x="1128623" y="199847"/>
                </a:lnTo>
                <a:lnTo>
                  <a:pt x="1133424" y="194818"/>
                </a:lnTo>
                <a:lnTo>
                  <a:pt x="1139609" y="188341"/>
                </a:lnTo>
                <a:lnTo>
                  <a:pt x="1148461" y="174015"/>
                </a:lnTo>
                <a:lnTo>
                  <a:pt x="1154811" y="157289"/>
                </a:lnTo>
                <a:lnTo>
                  <a:pt x="1158646" y="138201"/>
                </a:lnTo>
                <a:lnTo>
                  <a:pt x="1159929" y="116713"/>
                </a:lnTo>
                <a:close/>
              </a:path>
              <a:path w="2590800" h="310515">
                <a:moveTo>
                  <a:pt x="1235494" y="0"/>
                </a:moveTo>
                <a:lnTo>
                  <a:pt x="1213142" y="0"/>
                </a:lnTo>
                <a:lnTo>
                  <a:pt x="1213142" y="287147"/>
                </a:lnTo>
                <a:lnTo>
                  <a:pt x="1235494" y="287147"/>
                </a:lnTo>
                <a:lnTo>
                  <a:pt x="1235494" y="0"/>
                </a:lnTo>
                <a:close/>
              </a:path>
              <a:path w="2590800" h="310515">
                <a:moveTo>
                  <a:pt x="1647863" y="27432"/>
                </a:moveTo>
                <a:lnTo>
                  <a:pt x="1438059" y="27432"/>
                </a:lnTo>
                <a:lnTo>
                  <a:pt x="1438059" y="47244"/>
                </a:lnTo>
                <a:lnTo>
                  <a:pt x="1647863" y="47244"/>
                </a:lnTo>
                <a:lnTo>
                  <a:pt x="1647863" y="27432"/>
                </a:lnTo>
                <a:close/>
              </a:path>
              <a:path w="2590800" h="310515">
                <a:moveTo>
                  <a:pt x="1651419" y="143129"/>
                </a:moveTo>
                <a:lnTo>
                  <a:pt x="1602905" y="143129"/>
                </a:lnTo>
                <a:lnTo>
                  <a:pt x="1607223" y="62230"/>
                </a:lnTo>
                <a:lnTo>
                  <a:pt x="1585379" y="62230"/>
                </a:lnTo>
                <a:lnTo>
                  <a:pt x="1581061" y="143129"/>
                </a:lnTo>
                <a:lnTo>
                  <a:pt x="1504226" y="143129"/>
                </a:lnTo>
                <a:lnTo>
                  <a:pt x="1500543" y="62230"/>
                </a:lnTo>
                <a:lnTo>
                  <a:pt x="1478699" y="62230"/>
                </a:lnTo>
                <a:lnTo>
                  <a:pt x="1482255" y="143129"/>
                </a:lnTo>
                <a:lnTo>
                  <a:pt x="1434503" y="143129"/>
                </a:lnTo>
                <a:lnTo>
                  <a:pt x="1434503" y="162560"/>
                </a:lnTo>
                <a:lnTo>
                  <a:pt x="1651419" y="162560"/>
                </a:lnTo>
                <a:lnTo>
                  <a:pt x="1651419" y="143129"/>
                </a:lnTo>
                <a:close/>
              </a:path>
              <a:path w="2590800" h="310515">
                <a:moveTo>
                  <a:pt x="1676184" y="221615"/>
                </a:moveTo>
                <a:lnTo>
                  <a:pt x="1409738" y="221615"/>
                </a:lnTo>
                <a:lnTo>
                  <a:pt x="1409738" y="241427"/>
                </a:lnTo>
                <a:lnTo>
                  <a:pt x="1676184" y="241427"/>
                </a:lnTo>
                <a:lnTo>
                  <a:pt x="1676184" y="221615"/>
                </a:lnTo>
                <a:close/>
              </a:path>
              <a:path w="2590800" h="310515">
                <a:moveTo>
                  <a:pt x="1980984" y="225679"/>
                </a:moveTo>
                <a:lnTo>
                  <a:pt x="1859064" y="225679"/>
                </a:lnTo>
                <a:lnTo>
                  <a:pt x="1859064" y="173482"/>
                </a:lnTo>
                <a:lnTo>
                  <a:pt x="1947710" y="173482"/>
                </a:lnTo>
                <a:lnTo>
                  <a:pt x="1947710" y="153670"/>
                </a:lnTo>
                <a:lnTo>
                  <a:pt x="1777403" y="153670"/>
                </a:lnTo>
                <a:lnTo>
                  <a:pt x="1777403" y="106172"/>
                </a:lnTo>
                <a:lnTo>
                  <a:pt x="1939455" y="106172"/>
                </a:lnTo>
                <a:lnTo>
                  <a:pt x="1939455" y="25019"/>
                </a:lnTo>
                <a:lnTo>
                  <a:pt x="1755305" y="25019"/>
                </a:lnTo>
                <a:lnTo>
                  <a:pt x="1755305" y="44577"/>
                </a:lnTo>
                <a:lnTo>
                  <a:pt x="1917230" y="44577"/>
                </a:lnTo>
                <a:lnTo>
                  <a:pt x="1917230" y="86995"/>
                </a:lnTo>
                <a:lnTo>
                  <a:pt x="1754797" y="86995"/>
                </a:lnTo>
                <a:lnTo>
                  <a:pt x="1754797" y="173482"/>
                </a:lnTo>
                <a:lnTo>
                  <a:pt x="1836712" y="173482"/>
                </a:lnTo>
                <a:lnTo>
                  <a:pt x="1836712" y="225679"/>
                </a:lnTo>
                <a:lnTo>
                  <a:pt x="1714538" y="225679"/>
                </a:lnTo>
                <a:lnTo>
                  <a:pt x="1714538" y="245491"/>
                </a:lnTo>
                <a:lnTo>
                  <a:pt x="1980984" y="245491"/>
                </a:lnTo>
                <a:lnTo>
                  <a:pt x="1980984" y="225679"/>
                </a:lnTo>
                <a:close/>
              </a:path>
              <a:path w="2590800" h="310515">
                <a:moveTo>
                  <a:pt x="2165642" y="130810"/>
                </a:moveTo>
                <a:lnTo>
                  <a:pt x="2132076" y="105816"/>
                </a:lnTo>
                <a:lnTo>
                  <a:pt x="2116886" y="84455"/>
                </a:lnTo>
                <a:lnTo>
                  <a:pt x="2115185" y="81673"/>
                </a:lnTo>
                <a:lnTo>
                  <a:pt x="2109762" y="68745"/>
                </a:lnTo>
                <a:lnTo>
                  <a:pt x="2106511" y="55486"/>
                </a:lnTo>
                <a:lnTo>
                  <a:pt x="2105444" y="41910"/>
                </a:lnTo>
                <a:lnTo>
                  <a:pt x="2105444" y="34163"/>
                </a:lnTo>
                <a:lnTo>
                  <a:pt x="2157768" y="34163"/>
                </a:lnTo>
                <a:lnTo>
                  <a:pt x="2157768" y="14097"/>
                </a:lnTo>
                <a:lnTo>
                  <a:pt x="2031911" y="14097"/>
                </a:lnTo>
                <a:lnTo>
                  <a:pt x="2031911" y="34163"/>
                </a:lnTo>
                <a:lnTo>
                  <a:pt x="2083600" y="34163"/>
                </a:lnTo>
                <a:lnTo>
                  <a:pt x="2083600" y="41910"/>
                </a:lnTo>
                <a:lnTo>
                  <a:pt x="2073846" y="85115"/>
                </a:lnTo>
                <a:lnTo>
                  <a:pt x="2046401" y="122288"/>
                </a:lnTo>
                <a:lnTo>
                  <a:pt x="2021751" y="139319"/>
                </a:lnTo>
                <a:lnTo>
                  <a:pt x="2038007" y="154559"/>
                </a:lnTo>
                <a:lnTo>
                  <a:pt x="2072805" y="122428"/>
                </a:lnTo>
                <a:lnTo>
                  <a:pt x="2094903" y="84455"/>
                </a:lnTo>
                <a:lnTo>
                  <a:pt x="2098941" y="92481"/>
                </a:lnTo>
                <a:lnTo>
                  <a:pt x="2126907" y="127889"/>
                </a:lnTo>
                <a:lnTo>
                  <a:pt x="2151037" y="146939"/>
                </a:lnTo>
                <a:lnTo>
                  <a:pt x="2165642" y="130810"/>
                </a:lnTo>
                <a:close/>
              </a:path>
              <a:path w="2590800" h="310515">
                <a:moveTo>
                  <a:pt x="2211362" y="5842"/>
                </a:moveTo>
                <a:lnTo>
                  <a:pt x="2189518" y="5842"/>
                </a:lnTo>
                <a:lnTo>
                  <a:pt x="2189518" y="63119"/>
                </a:lnTo>
                <a:lnTo>
                  <a:pt x="2142782" y="63119"/>
                </a:lnTo>
                <a:lnTo>
                  <a:pt x="2142782" y="82931"/>
                </a:lnTo>
                <a:lnTo>
                  <a:pt x="2189518" y="82931"/>
                </a:lnTo>
                <a:lnTo>
                  <a:pt x="2189518" y="162814"/>
                </a:lnTo>
                <a:lnTo>
                  <a:pt x="2211362" y="162814"/>
                </a:lnTo>
                <a:lnTo>
                  <a:pt x="2211362" y="5842"/>
                </a:lnTo>
                <a:close/>
              </a:path>
              <a:path w="2590800" h="310515">
                <a:moveTo>
                  <a:pt x="2263178" y="178689"/>
                </a:moveTo>
                <a:lnTo>
                  <a:pt x="2076361" y="178689"/>
                </a:lnTo>
                <a:lnTo>
                  <a:pt x="2076361" y="198374"/>
                </a:lnTo>
                <a:lnTo>
                  <a:pt x="2240953" y="198374"/>
                </a:lnTo>
                <a:lnTo>
                  <a:pt x="2240953" y="287147"/>
                </a:lnTo>
                <a:lnTo>
                  <a:pt x="2263178" y="287147"/>
                </a:lnTo>
                <a:lnTo>
                  <a:pt x="2263178" y="178689"/>
                </a:lnTo>
                <a:close/>
              </a:path>
              <a:path w="2590800" h="310515">
                <a:moveTo>
                  <a:pt x="2263178" y="0"/>
                </a:moveTo>
                <a:lnTo>
                  <a:pt x="2240953" y="0"/>
                </a:lnTo>
                <a:lnTo>
                  <a:pt x="2240953" y="162814"/>
                </a:lnTo>
                <a:lnTo>
                  <a:pt x="2263178" y="162814"/>
                </a:lnTo>
                <a:lnTo>
                  <a:pt x="2263178" y="0"/>
                </a:lnTo>
                <a:close/>
              </a:path>
              <a:path w="2590800" h="310515">
                <a:moveTo>
                  <a:pt x="2554008" y="148082"/>
                </a:moveTo>
                <a:lnTo>
                  <a:pt x="2389035" y="148082"/>
                </a:lnTo>
                <a:lnTo>
                  <a:pt x="2389035" y="108839"/>
                </a:lnTo>
                <a:lnTo>
                  <a:pt x="2541181" y="108839"/>
                </a:lnTo>
                <a:lnTo>
                  <a:pt x="2541181" y="89027"/>
                </a:lnTo>
                <a:lnTo>
                  <a:pt x="2389035" y="89027"/>
                </a:lnTo>
                <a:lnTo>
                  <a:pt x="2389035" y="47498"/>
                </a:lnTo>
                <a:lnTo>
                  <a:pt x="2549309" y="47498"/>
                </a:lnTo>
                <a:lnTo>
                  <a:pt x="2549309" y="28067"/>
                </a:lnTo>
                <a:lnTo>
                  <a:pt x="2367191" y="28067"/>
                </a:lnTo>
                <a:lnTo>
                  <a:pt x="2367191" y="167894"/>
                </a:lnTo>
                <a:lnTo>
                  <a:pt x="2554008" y="167894"/>
                </a:lnTo>
                <a:lnTo>
                  <a:pt x="2554008" y="148082"/>
                </a:lnTo>
                <a:close/>
              </a:path>
              <a:path w="2590800" h="310515">
                <a:moveTo>
                  <a:pt x="2590584" y="222250"/>
                </a:moveTo>
                <a:lnTo>
                  <a:pt x="2324138" y="222250"/>
                </a:lnTo>
                <a:lnTo>
                  <a:pt x="2324138" y="242062"/>
                </a:lnTo>
                <a:lnTo>
                  <a:pt x="2590584" y="242062"/>
                </a:lnTo>
                <a:lnTo>
                  <a:pt x="2590584" y="222250"/>
                </a:lnTo>
                <a:close/>
              </a:path>
            </a:pathLst>
          </a:custGeom>
          <a:solidFill>
            <a:srgbClr val="09589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11F1F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11F1F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11F1F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7D2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7D2E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35914"/>
            <a:ext cx="12192000" cy="642208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90525" y="828675"/>
            <a:ext cx="11410950" cy="6029325"/>
          </a:xfrm>
          <a:custGeom>
            <a:avLst/>
            <a:gdLst/>
            <a:ahLst/>
            <a:cxnLst/>
            <a:rect l="l" t="t" r="r" b="b"/>
            <a:pathLst>
              <a:path w="11410950" h="6029325">
                <a:moveTo>
                  <a:pt x="11261090" y="0"/>
                </a:moveTo>
                <a:lnTo>
                  <a:pt x="149885" y="0"/>
                </a:lnTo>
                <a:lnTo>
                  <a:pt x="102510" y="7636"/>
                </a:lnTo>
                <a:lnTo>
                  <a:pt x="61365" y="28903"/>
                </a:lnTo>
                <a:lnTo>
                  <a:pt x="28919" y="61337"/>
                </a:lnTo>
                <a:lnTo>
                  <a:pt x="7641" y="102477"/>
                </a:lnTo>
                <a:lnTo>
                  <a:pt x="0" y="149860"/>
                </a:lnTo>
                <a:lnTo>
                  <a:pt x="0" y="6029323"/>
                </a:lnTo>
                <a:lnTo>
                  <a:pt x="11410950" y="6029323"/>
                </a:lnTo>
                <a:lnTo>
                  <a:pt x="11410950" y="149860"/>
                </a:lnTo>
                <a:lnTo>
                  <a:pt x="11403313" y="102477"/>
                </a:lnTo>
                <a:lnTo>
                  <a:pt x="11382046" y="61337"/>
                </a:lnTo>
                <a:lnTo>
                  <a:pt x="11349612" y="28903"/>
                </a:lnTo>
                <a:lnTo>
                  <a:pt x="11308472" y="7636"/>
                </a:lnTo>
                <a:lnTo>
                  <a:pt x="112610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42900" y="1081405"/>
            <a:ext cx="3130550" cy="461645"/>
          </a:xfrm>
          <a:custGeom>
            <a:avLst/>
            <a:gdLst/>
            <a:ahLst/>
            <a:cxnLst/>
            <a:rect l="l" t="t" r="r" b="b"/>
            <a:pathLst>
              <a:path w="3130550" h="461644">
                <a:moveTo>
                  <a:pt x="2947542" y="0"/>
                </a:moveTo>
                <a:lnTo>
                  <a:pt x="0" y="0"/>
                </a:lnTo>
                <a:lnTo>
                  <a:pt x="0" y="461645"/>
                </a:lnTo>
                <a:lnTo>
                  <a:pt x="2947542" y="461645"/>
                </a:lnTo>
                <a:lnTo>
                  <a:pt x="2960530" y="460091"/>
                </a:lnTo>
                <a:lnTo>
                  <a:pt x="2992374" y="438785"/>
                </a:lnTo>
                <a:lnTo>
                  <a:pt x="3119882" y="263398"/>
                </a:lnTo>
                <a:lnTo>
                  <a:pt x="3130423" y="230759"/>
                </a:lnTo>
                <a:lnTo>
                  <a:pt x="3119882" y="198120"/>
                </a:lnTo>
                <a:lnTo>
                  <a:pt x="2992374" y="22860"/>
                </a:lnTo>
                <a:lnTo>
                  <a:pt x="2960584" y="1553"/>
                </a:lnTo>
                <a:lnTo>
                  <a:pt x="2947542" y="0"/>
                </a:lnTo>
                <a:close/>
              </a:path>
            </a:pathLst>
          </a:custGeom>
          <a:solidFill>
            <a:srgbClr val="0C6C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3996" y="1845055"/>
            <a:ext cx="10224007" cy="3439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211F1F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3996" y="2221483"/>
            <a:ext cx="7054215" cy="1520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7D2E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399161"/>
            <a:ext cx="12192000" cy="6459220"/>
            <a:chOff x="0" y="399161"/>
            <a:chExt cx="12192000" cy="64592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35914"/>
              <a:ext cx="12192000" cy="642208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90525" y="828675"/>
              <a:ext cx="11410950" cy="6029325"/>
            </a:xfrm>
            <a:custGeom>
              <a:avLst/>
              <a:gdLst/>
              <a:ahLst/>
              <a:cxnLst/>
              <a:rect l="l" t="t" r="r" b="b"/>
              <a:pathLst>
                <a:path w="11410950" h="6029325">
                  <a:moveTo>
                    <a:pt x="11261090" y="0"/>
                  </a:moveTo>
                  <a:lnTo>
                    <a:pt x="149885" y="0"/>
                  </a:lnTo>
                  <a:lnTo>
                    <a:pt x="102510" y="7636"/>
                  </a:lnTo>
                  <a:lnTo>
                    <a:pt x="61365" y="28903"/>
                  </a:lnTo>
                  <a:lnTo>
                    <a:pt x="28919" y="61337"/>
                  </a:lnTo>
                  <a:lnTo>
                    <a:pt x="7641" y="102477"/>
                  </a:lnTo>
                  <a:lnTo>
                    <a:pt x="0" y="149860"/>
                  </a:lnTo>
                  <a:lnTo>
                    <a:pt x="0" y="6029323"/>
                  </a:lnTo>
                  <a:lnTo>
                    <a:pt x="11410950" y="6029323"/>
                  </a:lnTo>
                  <a:lnTo>
                    <a:pt x="11410950" y="149860"/>
                  </a:lnTo>
                  <a:lnTo>
                    <a:pt x="11403313" y="102477"/>
                  </a:lnTo>
                  <a:lnTo>
                    <a:pt x="11382046" y="61337"/>
                  </a:lnTo>
                  <a:lnTo>
                    <a:pt x="11349612" y="28903"/>
                  </a:lnTo>
                  <a:lnTo>
                    <a:pt x="11308472" y="7636"/>
                  </a:lnTo>
                  <a:lnTo>
                    <a:pt x="112610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2900" y="1081405"/>
              <a:ext cx="3130550" cy="461645"/>
            </a:xfrm>
            <a:custGeom>
              <a:avLst/>
              <a:gdLst/>
              <a:ahLst/>
              <a:cxnLst/>
              <a:rect l="l" t="t" r="r" b="b"/>
              <a:pathLst>
                <a:path w="3130550" h="461644">
                  <a:moveTo>
                    <a:pt x="2947542" y="0"/>
                  </a:moveTo>
                  <a:lnTo>
                    <a:pt x="0" y="0"/>
                  </a:lnTo>
                  <a:lnTo>
                    <a:pt x="0" y="461645"/>
                  </a:lnTo>
                  <a:lnTo>
                    <a:pt x="2947542" y="461645"/>
                  </a:lnTo>
                  <a:lnTo>
                    <a:pt x="2960530" y="460091"/>
                  </a:lnTo>
                  <a:lnTo>
                    <a:pt x="2992374" y="438785"/>
                  </a:lnTo>
                  <a:lnTo>
                    <a:pt x="3119882" y="263398"/>
                  </a:lnTo>
                  <a:lnTo>
                    <a:pt x="3130423" y="230759"/>
                  </a:lnTo>
                  <a:lnTo>
                    <a:pt x="3119882" y="198120"/>
                  </a:lnTo>
                  <a:lnTo>
                    <a:pt x="2992374" y="22860"/>
                  </a:lnTo>
                  <a:lnTo>
                    <a:pt x="2960584" y="1553"/>
                  </a:lnTo>
                  <a:lnTo>
                    <a:pt x="2947542" y="0"/>
                  </a:lnTo>
                  <a:close/>
                </a:path>
              </a:pathLst>
            </a:custGeom>
            <a:solidFill>
              <a:srgbClr val="0C6C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6785" y="1278127"/>
              <a:ext cx="204558" cy="15925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87044" y="1253743"/>
              <a:ext cx="2344420" cy="170815"/>
            </a:xfrm>
            <a:custGeom>
              <a:avLst/>
              <a:gdLst/>
              <a:ahLst/>
              <a:cxnLst/>
              <a:rect l="l" t="t" r="r" b="b"/>
              <a:pathLst>
                <a:path w="2344420" h="170815">
                  <a:moveTo>
                    <a:pt x="155854" y="127381"/>
                  </a:moveTo>
                  <a:lnTo>
                    <a:pt x="129120" y="127381"/>
                  </a:lnTo>
                  <a:lnTo>
                    <a:pt x="130670" y="107619"/>
                  </a:lnTo>
                  <a:lnTo>
                    <a:pt x="131787" y="90957"/>
                  </a:lnTo>
                  <a:lnTo>
                    <a:pt x="132143" y="83820"/>
                  </a:lnTo>
                  <a:lnTo>
                    <a:pt x="132461" y="77368"/>
                  </a:lnTo>
                  <a:lnTo>
                    <a:pt x="132626" y="69723"/>
                  </a:lnTo>
                  <a:lnTo>
                    <a:pt x="132689" y="17272"/>
                  </a:lnTo>
                  <a:lnTo>
                    <a:pt x="19418" y="17272"/>
                  </a:lnTo>
                  <a:lnTo>
                    <a:pt x="19418" y="35306"/>
                  </a:lnTo>
                  <a:lnTo>
                    <a:pt x="110744" y="35306"/>
                  </a:lnTo>
                  <a:lnTo>
                    <a:pt x="110744" y="66548"/>
                  </a:lnTo>
                  <a:lnTo>
                    <a:pt x="10185" y="69723"/>
                  </a:lnTo>
                  <a:lnTo>
                    <a:pt x="15151" y="88646"/>
                  </a:lnTo>
                  <a:lnTo>
                    <a:pt x="110578" y="83820"/>
                  </a:lnTo>
                  <a:lnTo>
                    <a:pt x="110363" y="88646"/>
                  </a:lnTo>
                  <a:lnTo>
                    <a:pt x="110261" y="90957"/>
                  </a:lnTo>
                  <a:lnTo>
                    <a:pt x="110147" y="93687"/>
                  </a:lnTo>
                  <a:lnTo>
                    <a:pt x="109588" y="104228"/>
                  </a:lnTo>
                  <a:lnTo>
                    <a:pt x="108889" y="115455"/>
                  </a:lnTo>
                  <a:lnTo>
                    <a:pt x="108051" y="127381"/>
                  </a:lnTo>
                  <a:lnTo>
                    <a:pt x="0" y="127381"/>
                  </a:lnTo>
                  <a:lnTo>
                    <a:pt x="0" y="145161"/>
                  </a:lnTo>
                  <a:lnTo>
                    <a:pt x="155854" y="145161"/>
                  </a:lnTo>
                  <a:lnTo>
                    <a:pt x="155854" y="127381"/>
                  </a:lnTo>
                  <a:close/>
                </a:path>
                <a:path w="2344420" h="170815">
                  <a:moveTo>
                    <a:pt x="271729" y="17145"/>
                  </a:moveTo>
                  <a:lnTo>
                    <a:pt x="189369" y="17145"/>
                  </a:lnTo>
                  <a:lnTo>
                    <a:pt x="189369" y="35560"/>
                  </a:lnTo>
                  <a:lnTo>
                    <a:pt x="248577" y="35560"/>
                  </a:lnTo>
                  <a:lnTo>
                    <a:pt x="245402" y="48729"/>
                  </a:lnTo>
                  <a:lnTo>
                    <a:pt x="224548" y="85090"/>
                  </a:lnTo>
                  <a:lnTo>
                    <a:pt x="191681" y="111988"/>
                  </a:lnTo>
                  <a:lnTo>
                    <a:pt x="179184" y="117729"/>
                  </a:lnTo>
                  <a:lnTo>
                    <a:pt x="195986" y="133604"/>
                  </a:lnTo>
                  <a:lnTo>
                    <a:pt x="227685" y="111252"/>
                  </a:lnTo>
                  <a:lnTo>
                    <a:pt x="260057" y="67995"/>
                  </a:lnTo>
                  <a:lnTo>
                    <a:pt x="270230" y="34798"/>
                  </a:lnTo>
                  <a:lnTo>
                    <a:pt x="271729" y="17145"/>
                  </a:lnTo>
                  <a:close/>
                </a:path>
                <a:path w="2344420" h="170815">
                  <a:moveTo>
                    <a:pt x="318833" y="2286"/>
                  </a:moveTo>
                  <a:lnTo>
                    <a:pt x="297421" y="2286"/>
                  </a:lnTo>
                  <a:lnTo>
                    <a:pt x="297421" y="170307"/>
                  </a:lnTo>
                  <a:lnTo>
                    <a:pt x="318833" y="170307"/>
                  </a:lnTo>
                  <a:lnTo>
                    <a:pt x="318833" y="2286"/>
                  </a:lnTo>
                  <a:close/>
                </a:path>
                <a:path w="2344420" h="170815">
                  <a:moveTo>
                    <a:pt x="449122" y="16764"/>
                  </a:moveTo>
                  <a:lnTo>
                    <a:pt x="365937" y="16764"/>
                  </a:lnTo>
                  <a:lnTo>
                    <a:pt x="365937" y="35179"/>
                  </a:lnTo>
                  <a:lnTo>
                    <a:pt x="424357" y="35179"/>
                  </a:lnTo>
                  <a:lnTo>
                    <a:pt x="415683" y="59944"/>
                  </a:lnTo>
                  <a:lnTo>
                    <a:pt x="401459" y="82042"/>
                  </a:lnTo>
                  <a:lnTo>
                    <a:pt x="381660" y="101473"/>
                  </a:lnTo>
                  <a:lnTo>
                    <a:pt x="356273" y="118237"/>
                  </a:lnTo>
                  <a:lnTo>
                    <a:pt x="372643" y="133604"/>
                  </a:lnTo>
                  <a:lnTo>
                    <a:pt x="403517" y="110172"/>
                  </a:lnTo>
                  <a:lnTo>
                    <a:pt x="426554" y="82905"/>
                  </a:lnTo>
                  <a:lnTo>
                    <a:pt x="441756" y="51777"/>
                  </a:lnTo>
                  <a:lnTo>
                    <a:pt x="449122" y="16764"/>
                  </a:lnTo>
                  <a:close/>
                </a:path>
                <a:path w="2344420" h="170815">
                  <a:moveTo>
                    <a:pt x="518210" y="68453"/>
                  </a:moveTo>
                  <a:lnTo>
                    <a:pt x="492175" y="68453"/>
                  </a:lnTo>
                  <a:lnTo>
                    <a:pt x="492175" y="2286"/>
                  </a:lnTo>
                  <a:lnTo>
                    <a:pt x="470204" y="2286"/>
                  </a:lnTo>
                  <a:lnTo>
                    <a:pt x="470204" y="170307"/>
                  </a:lnTo>
                  <a:lnTo>
                    <a:pt x="492175" y="170307"/>
                  </a:lnTo>
                  <a:lnTo>
                    <a:pt x="492175" y="86868"/>
                  </a:lnTo>
                  <a:lnTo>
                    <a:pt x="518210" y="86868"/>
                  </a:lnTo>
                  <a:lnTo>
                    <a:pt x="518210" y="68453"/>
                  </a:lnTo>
                  <a:close/>
                </a:path>
                <a:path w="2344420" h="170815">
                  <a:moveTo>
                    <a:pt x="738047" y="2286"/>
                  </a:moveTo>
                  <a:lnTo>
                    <a:pt x="716711" y="2286"/>
                  </a:lnTo>
                  <a:lnTo>
                    <a:pt x="716711" y="35687"/>
                  </a:lnTo>
                  <a:lnTo>
                    <a:pt x="686612" y="35687"/>
                  </a:lnTo>
                  <a:lnTo>
                    <a:pt x="665784" y="10185"/>
                  </a:lnTo>
                  <a:lnTo>
                    <a:pt x="665784" y="38989"/>
                  </a:lnTo>
                  <a:lnTo>
                    <a:pt x="665784" y="51943"/>
                  </a:lnTo>
                  <a:lnTo>
                    <a:pt x="663752" y="57277"/>
                  </a:lnTo>
                  <a:lnTo>
                    <a:pt x="659587" y="61315"/>
                  </a:lnTo>
                  <a:lnTo>
                    <a:pt x="655624" y="65278"/>
                  </a:lnTo>
                  <a:lnTo>
                    <a:pt x="650290" y="67183"/>
                  </a:lnTo>
                  <a:lnTo>
                    <a:pt x="636447" y="67183"/>
                  </a:lnTo>
                  <a:lnTo>
                    <a:pt x="631317" y="65278"/>
                  </a:lnTo>
                  <a:lnTo>
                    <a:pt x="631113" y="65278"/>
                  </a:lnTo>
                  <a:lnTo>
                    <a:pt x="620953" y="38481"/>
                  </a:lnTo>
                  <a:lnTo>
                    <a:pt x="622858" y="33147"/>
                  </a:lnTo>
                  <a:lnTo>
                    <a:pt x="626795" y="29337"/>
                  </a:lnTo>
                  <a:lnTo>
                    <a:pt x="630478" y="25654"/>
                  </a:lnTo>
                  <a:lnTo>
                    <a:pt x="630224" y="25654"/>
                  </a:lnTo>
                  <a:lnTo>
                    <a:pt x="636193" y="23622"/>
                  </a:lnTo>
                  <a:lnTo>
                    <a:pt x="650290" y="23622"/>
                  </a:lnTo>
                  <a:lnTo>
                    <a:pt x="655624" y="25654"/>
                  </a:lnTo>
                  <a:lnTo>
                    <a:pt x="663752" y="33782"/>
                  </a:lnTo>
                  <a:lnTo>
                    <a:pt x="665784" y="38989"/>
                  </a:lnTo>
                  <a:lnTo>
                    <a:pt x="665784" y="10185"/>
                  </a:lnTo>
                  <a:lnTo>
                    <a:pt x="665378" y="9944"/>
                  </a:lnTo>
                  <a:lnTo>
                    <a:pt x="658647" y="7404"/>
                  </a:lnTo>
                  <a:lnTo>
                    <a:pt x="651332" y="5854"/>
                  </a:lnTo>
                  <a:lnTo>
                    <a:pt x="643432" y="5334"/>
                  </a:lnTo>
                  <a:lnTo>
                    <a:pt x="634085" y="6045"/>
                  </a:lnTo>
                  <a:lnTo>
                    <a:pt x="602665" y="29019"/>
                  </a:lnTo>
                  <a:lnTo>
                    <a:pt x="599490" y="45339"/>
                  </a:lnTo>
                  <a:lnTo>
                    <a:pt x="600252" y="53721"/>
                  </a:lnTo>
                  <a:lnTo>
                    <a:pt x="625652" y="82334"/>
                  </a:lnTo>
                  <a:lnTo>
                    <a:pt x="643432" y="85090"/>
                  </a:lnTo>
                  <a:lnTo>
                    <a:pt x="651408" y="84569"/>
                  </a:lnTo>
                  <a:lnTo>
                    <a:pt x="681291" y="67183"/>
                  </a:lnTo>
                  <a:lnTo>
                    <a:pt x="681431" y="67017"/>
                  </a:lnTo>
                  <a:lnTo>
                    <a:pt x="684644" y="60998"/>
                  </a:lnTo>
                  <a:lnTo>
                    <a:pt x="686739" y="54229"/>
                  </a:lnTo>
                  <a:lnTo>
                    <a:pt x="716711" y="54229"/>
                  </a:lnTo>
                  <a:lnTo>
                    <a:pt x="716711" y="87376"/>
                  </a:lnTo>
                  <a:lnTo>
                    <a:pt x="738047" y="87376"/>
                  </a:lnTo>
                  <a:lnTo>
                    <a:pt x="738047" y="54229"/>
                  </a:lnTo>
                  <a:lnTo>
                    <a:pt x="738047" y="35687"/>
                  </a:lnTo>
                  <a:lnTo>
                    <a:pt x="738047" y="2286"/>
                  </a:lnTo>
                  <a:close/>
                </a:path>
                <a:path w="2344420" h="170815">
                  <a:moveTo>
                    <a:pt x="742365" y="149352"/>
                  </a:moveTo>
                  <a:lnTo>
                    <a:pt x="651052" y="149352"/>
                  </a:lnTo>
                  <a:lnTo>
                    <a:pt x="651052" y="138938"/>
                  </a:lnTo>
                  <a:lnTo>
                    <a:pt x="738047" y="138938"/>
                  </a:lnTo>
                  <a:lnTo>
                    <a:pt x="738047" y="93980"/>
                  </a:lnTo>
                  <a:lnTo>
                    <a:pt x="629462" y="93980"/>
                  </a:lnTo>
                  <a:lnTo>
                    <a:pt x="629462" y="112395"/>
                  </a:lnTo>
                  <a:lnTo>
                    <a:pt x="716711" y="112395"/>
                  </a:lnTo>
                  <a:lnTo>
                    <a:pt x="716711" y="122174"/>
                  </a:lnTo>
                  <a:lnTo>
                    <a:pt x="629462" y="122174"/>
                  </a:lnTo>
                  <a:lnTo>
                    <a:pt x="629462" y="167640"/>
                  </a:lnTo>
                  <a:lnTo>
                    <a:pt x="742365" y="167640"/>
                  </a:lnTo>
                  <a:lnTo>
                    <a:pt x="742365" y="149352"/>
                  </a:lnTo>
                  <a:close/>
                </a:path>
                <a:path w="2344420" h="170815">
                  <a:moveTo>
                    <a:pt x="862380" y="16637"/>
                  </a:moveTo>
                  <a:lnTo>
                    <a:pt x="840790" y="16637"/>
                  </a:lnTo>
                  <a:lnTo>
                    <a:pt x="840790" y="34798"/>
                  </a:lnTo>
                  <a:lnTo>
                    <a:pt x="840790" y="104775"/>
                  </a:lnTo>
                  <a:lnTo>
                    <a:pt x="802817" y="104775"/>
                  </a:lnTo>
                  <a:lnTo>
                    <a:pt x="802817" y="34798"/>
                  </a:lnTo>
                  <a:lnTo>
                    <a:pt x="840790" y="34798"/>
                  </a:lnTo>
                  <a:lnTo>
                    <a:pt x="840790" y="16637"/>
                  </a:lnTo>
                  <a:lnTo>
                    <a:pt x="780973" y="16637"/>
                  </a:lnTo>
                  <a:lnTo>
                    <a:pt x="780973" y="123063"/>
                  </a:lnTo>
                  <a:lnTo>
                    <a:pt x="862380" y="123063"/>
                  </a:lnTo>
                  <a:lnTo>
                    <a:pt x="862380" y="104775"/>
                  </a:lnTo>
                  <a:lnTo>
                    <a:pt x="862380" y="34798"/>
                  </a:lnTo>
                  <a:lnTo>
                    <a:pt x="862380" y="16637"/>
                  </a:lnTo>
                  <a:close/>
                </a:path>
                <a:path w="2344420" h="170815">
                  <a:moveTo>
                    <a:pt x="934262" y="66802"/>
                  </a:moveTo>
                  <a:lnTo>
                    <a:pt x="907973" y="66802"/>
                  </a:lnTo>
                  <a:lnTo>
                    <a:pt x="907973" y="2286"/>
                  </a:lnTo>
                  <a:lnTo>
                    <a:pt x="886256" y="2286"/>
                  </a:lnTo>
                  <a:lnTo>
                    <a:pt x="886256" y="170307"/>
                  </a:lnTo>
                  <a:lnTo>
                    <a:pt x="907973" y="170307"/>
                  </a:lnTo>
                  <a:lnTo>
                    <a:pt x="907973" y="85217"/>
                  </a:lnTo>
                  <a:lnTo>
                    <a:pt x="934262" y="85217"/>
                  </a:lnTo>
                  <a:lnTo>
                    <a:pt x="934262" y="66802"/>
                  </a:lnTo>
                  <a:close/>
                </a:path>
                <a:path w="2344420" h="170815">
                  <a:moveTo>
                    <a:pt x="1106081" y="71374"/>
                  </a:moveTo>
                  <a:lnTo>
                    <a:pt x="1105331" y="58458"/>
                  </a:lnTo>
                  <a:lnTo>
                    <a:pt x="1103058" y="47117"/>
                  </a:lnTo>
                  <a:lnTo>
                    <a:pt x="1099286" y="37211"/>
                  </a:lnTo>
                  <a:lnTo>
                    <a:pt x="1095832" y="31623"/>
                  </a:lnTo>
                  <a:lnTo>
                    <a:pt x="1094028" y="28702"/>
                  </a:lnTo>
                  <a:lnTo>
                    <a:pt x="1087589" y="21869"/>
                  </a:lnTo>
                  <a:lnTo>
                    <a:pt x="1084884" y="20104"/>
                  </a:lnTo>
                  <a:lnTo>
                    <a:pt x="1084884" y="71374"/>
                  </a:lnTo>
                  <a:lnTo>
                    <a:pt x="1084478" y="79971"/>
                  </a:lnTo>
                  <a:lnTo>
                    <a:pt x="1084465" y="80124"/>
                  </a:lnTo>
                  <a:lnTo>
                    <a:pt x="1083271" y="87668"/>
                  </a:lnTo>
                  <a:lnTo>
                    <a:pt x="1083246" y="87871"/>
                  </a:lnTo>
                  <a:lnTo>
                    <a:pt x="1068501" y="111125"/>
                  </a:lnTo>
                  <a:lnTo>
                    <a:pt x="1055674" y="111125"/>
                  </a:lnTo>
                  <a:lnTo>
                    <a:pt x="1040904" y="87871"/>
                  </a:lnTo>
                  <a:lnTo>
                    <a:pt x="1040841" y="87668"/>
                  </a:lnTo>
                  <a:lnTo>
                    <a:pt x="1039609" y="80124"/>
                  </a:lnTo>
                  <a:lnTo>
                    <a:pt x="1039583" y="79971"/>
                  </a:lnTo>
                  <a:lnTo>
                    <a:pt x="1039164" y="71374"/>
                  </a:lnTo>
                  <a:lnTo>
                    <a:pt x="1055420" y="31623"/>
                  </a:lnTo>
                  <a:lnTo>
                    <a:pt x="1068755" y="31623"/>
                  </a:lnTo>
                  <a:lnTo>
                    <a:pt x="1084884" y="71374"/>
                  </a:lnTo>
                  <a:lnTo>
                    <a:pt x="1084884" y="20104"/>
                  </a:lnTo>
                  <a:lnTo>
                    <a:pt x="1080135" y="16992"/>
                  </a:lnTo>
                  <a:lnTo>
                    <a:pt x="1071638" y="14058"/>
                  </a:lnTo>
                  <a:lnTo>
                    <a:pt x="1062151" y="13081"/>
                  </a:lnTo>
                  <a:lnTo>
                    <a:pt x="1052347" y="14058"/>
                  </a:lnTo>
                  <a:lnTo>
                    <a:pt x="1052487" y="14058"/>
                  </a:lnTo>
                  <a:lnTo>
                    <a:pt x="1043863" y="16992"/>
                  </a:lnTo>
                  <a:lnTo>
                    <a:pt x="1018578" y="58458"/>
                  </a:lnTo>
                  <a:lnTo>
                    <a:pt x="1017828" y="71374"/>
                  </a:lnTo>
                  <a:lnTo>
                    <a:pt x="1018603" y="83985"/>
                  </a:lnTo>
                  <a:lnTo>
                    <a:pt x="1036599" y="120637"/>
                  </a:lnTo>
                  <a:lnTo>
                    <a:pt x="1062151" y="129413"/>
                  </a:lnTo>
                  <a:lnTo>
                    <a:pt x="1071651" y="128447"/>
                  </a:lnTo>
                  <a:lnTo>
                    <a:pt x="1080147" y="125514"/>
                  </a:lnTo>
                  <a:lnTo>
                    <a:pt x="1087653" y="120637"/>
                  </a:lnTo>
                  <a:lnTo>
                    <a:pt x="1094155" y="113792"/>
                  </a:lnTo>
                  <a:lnTo>
                    <a:pt x="1095768" y="111125"/>
                  </a:lnTo>
                  <a:lnTo>
                    <a:pt x="1099337" y="105270"/>
                  </a:lnTo>
                  <a:lnTo>
                    <a:pt x="1103071" y="95338"/>
                  </a:lnTo>
                  <a:lnTo>
                    <a:pt x="1105331" y="83985"/>
                  </a:lnTo>
                  <a:lnTo>
                    <a:pt x="1106081" y="71374"/>
                  </a:lnTo>
                  <a:close/>
                </a:path>
                <a:path w="2344420" h="170815">
                  <a:moveTo>
                    <a:pt x="1152956" y="2286"/>
                  </a:moveTo>
                  <a:lnTo>
                    <a:pt x="1131366" y="2286"/>
                  </a:lnTo>
                  <a:lnTo>
                    <a:pt x="1131366" y="170307"/>
                  </a:lnTo>
                  <a:lnTo>
                    <a:pt x="1152956" y="170307"/>
                  </a:lnTo>
                  <a:lnTo>
                    <a:pt x="1152956" y="2286"/>
                  </a:lnTo>
                  <a:close/>
                </a:path>
                <a:path w="2344420" h="170815">
                  <a:moveTo>
                    <a:pt x="1293037" y="75692"/>
                  </a:moveTo>
                  <a:lnTo>
                    <a:pt x="1284452" y="72682"/>
                  </a:lnTo>
                  <a:lnTo>
                    <a:pt x="1276629" y="68592"/>
                  </a:lnTo>
                  <a:lnTo>
                    <a:pt x="1269542" y="63449"/>
                  </a:lnTo>
                  <a:lnTo>
                    <a:pt x="1267244" y="61214"/>
                  </a:lnTo>
                  <a:lnTo>
                    <a:pt x="1263192" y="57277"/>
                  </a:lnTo>
                  <a:lnTo>
                    <a:pt x="1251254" y="7620"/>
                  </a:lnTo>
                  <a:lnTo>
                    <a:pt x="1229283" y="7620"/>
                  </a:lnTo>
                  <a:lnTo>
                    <a:pt x="1229283" y="28575"/>
                  </a:lnTo>
                  <a:lnTo>
                    <a:pt x="1228636" y="35674"/>
                  </a:lnTo>
                  <a:lnTo>
                    <a:pt x="1206271" y="70840"/>
                  </a:lnTo>
                  <a:lnTo>
                    <a:pt x="1187373" y="82423"/>
                  </a:lnTo>
                  <a:lnTo>
                    <a:pt x="1203248" y="98171"/>
                  </a:lnTo>
                  <a:lnTo>
                    <a:pt x="1234325" y="70840"/>
                  </a:lnTo>
                  <a:lnTo>
                    <a:pt x="1240713" y="61214"/>
                  </a:lnTo>
                  <a:lnTo>
                    <a:pt x="1247686" y="70485"/>
                  </a:lnTo>
                  <a:lnTo>
                    <a:pt x="1256411" y="78867"/>
                  </a:lnTo>
                  <a:lnTo>
                    <a:pt x="1266875" y="86398"/>
                  </a:lnTo>
                  <a:lnTo>
                    <a:pt x="1279067" y="93091"/>
                  </a:lnTo>
                  <a:lnTo>
                    <a:pt x="1293037" y="75692"/>
                  </a:lnTo>
                  <a:close/>
                </a:path>
                <a:path w="2344420" h="170815">
                  <a:moveTo>
                    <a:pt x="1328216" y="136017"/>
                  </a:moveTo>
                  <a:lnTo>
                    <a:pt x="1327365" y="129527"/>
                  </a:lnTo>
                  <a:lnTo>
                    <a:pt x="1327289" y="128879"/>
                  </a:lnTo>
                  <a:lnTo>
                    <a:pt x="1324521" y="122491"/>
                  </a:lnTo>
                  <a:lnTo>
                    <a:pt x="1323441" y="121158"/>
                  </a:lnTo>
                  <a:lnTo>
                    <a:pt x="1319949" y="116878"/>
                  </a:lnTo>
                  <a:lnTo>
                    <a:pt x="1313484" y="111887"/>
                  </a:lnTo>
                  <a:lnTo>
                    <a:pt x="1305737" y="108140"/>
                  </a:lnTo>
                  <a:lnTo>
                    <a:pt x="1305737" y="136017"/>
                  </a:lnTo>
                  <a:lnTo>
                    <a:pt x="1303629" y="142760"/>
                  </a:lnTo>
                  <a:lnTo>
                    <a:pt x="1297343" y="147561"/>
                  </a:lnTo>
                  <a:lnTo>
                    <a:pt x="1286865" y="150431"/>
                  </a:lnTo>
                  <a:lnTo>
                    <a:pt x="1272209" y="151384"/>
                  </a:lnTo>
                  <a:lnTo>
                    <a:pt x="1257630" y="150431"/>
                  </a:lnTo>
                  <a:lnTo>
                    <a:pt x="1247228" y="147561"/>
                  </a:lnTo>
                  <a:lnTo>
                    <a:pt x="1241005" y="142760"/>
                  </a:lnTo>
                  <a:lnTo>
                    <a:pt x="1238935" y="136017"/>
                  </a:lnTo>
                  <a:lnTo>
                    <a:pt x="1241005" y="129527"/>
                  </a:lnTo>
                  <a:lnTo>
                    <a:pt x="1247228" y="124879"/>
                  </a:lnTo>
                  <a:lnTo>
                    <a:pt x="1257630" y="122097"/>
                  </a:lnTo>
                  <a:lnTo>
                    <a:pt x="1272209" y="121158"/>
                  </a:lnTo>
                  <a:lnTo>
                    <a:pt x="1286878" y="122097"/>
                  </a:lnTo>
                  <a:lnTo>
                    <a:pt x="1297355" y="124879"/>
                  </a:lnTo>
                  <a:lnTo>
                    <a:pt x="1303642" y="129527"/>
                  </a:lnTo>
                  <a:lnTo>
                    <a:pt x="1305737" y="136017"/>
                  </a:lnTo>
                  <a:lnTo>
                    <a:pt x="1305737" y="108140"/>
                  </a:lnTo>
                  <a:lnTo>
                    <a:pt x="1305496" y="108013"/>
                  </a:lnTo>
                  <a:lnTo>
                    <a:pt x="1295844" y="105156"/>
                  </a:lnTo>
                  <a:lnTo>
                    <a:pt x="1284732" y="103441"/>
                  </a:lnTo>
                  <a:lnTo>
                    <a:pt x="1272209" y="102870"/>
                  </a:lnTo>
                  <a:lnTo>
                    <a:pt x="1259776" y="103441"/>
                  </a:lnTo>
                  <a:lnTo>
                    <a:pt x="1219974" y="122491"/>
                  </a:lnTo>
                  <a:lnTo>
                    <a:pt x="1216329" y="136017"/>
                  </a:lnTo>
                  <a:lnTo>
                    <a:pt x="1217168" y="142760"/>
                  </a:lnTo>
                  <a:lnTo>
                    <a:pt x="1248562" y="167259"/>
                  </a:lnTo>
                  <a:lnTo>
                    <a:pt x="1272209" y="169545"/>
                  </a:lnTo>
                  <a:lnTo>
                    <a:pt x="1284795" y="168973"/>
                  </a:lnTo>
                  <a:lnTo>
                    <a:pt x="1323251" y="151384"/>
                  </a:lnTo>
                  <a:lnTo>
                    <a:pt x="1324571" y="149745"/>
                  </a:lnTo>
                  <a:lnTo>
                    <a:pt x="1327302" y="143268"/>
                  </a:lnTo>
                  <a:lnTo>
                    <a:pt x="1328216" y="136017"/>
                  </a:lnTo>
                  <a:close/>
                </a:path>
                <a:path w="2344420" h="170815">
                  <a:moveTo>
                    <a:pt x="1351076" y="43561"/>
                  </a:moveTo>
                  <a:lnTo>
                    <a:pt x="1325549" y="43561"/>
                  </a:lnTo>
                  <a:lnTo>
                    <a:pt x="1325549" y="2286"/>
                  </a:lnTo>
                  <a:lnTo>
                    <a:pt x="1303705" y="2286"/>
                  </a:lnTo>
                  <a:lnTo>
                    <a:pt x="1303705" y="100330"/>
                  </a:lnTo>
                  <a:lnTo>
                    <a:pt x="1325549" y="100330"/>
                  </a:lnTo>
                  <a:lnTo>
                    <a:pt x="1325549" y="61849"/>
                  </a:lnTo>
                  <a:lnTo>
                    <a:pt x="1351076" y="61849"/>
                  </a:lnTo>
                  <a:lnTo>
                    <a:pt x="1351076" y="43561"/>
                  </a:lnTo>
                  <a:close/>
                </a:path>
                <a:path w="2344420" h="170815">
                  <a:moveTo>
                    <a:pt x="1464360" y="53594"/>
                  </a:moveTo>
                  <a:lnTo>
                    <a:pt x="1444713" y="15989"/>
                  </a:lnTo>
                  <a:lnTo>
                    <a:pt x="1442897" y="15074"/>
                  </a:lnTo>
                  <a:lnTo>
                    <a:pt x="1442897" y="45847"/>
                  </a:lnTo>
                  <a:lnTo>
                    <a:pt x="1442897" y="61341"/>
                  </a:lnTo>
                  <a:lnTo>
                    <a:pt x="1440738" y="67564"/>
                  </a:lnTo>
                  <a:lnTo>
                    <a:pt x="1436420" y="72390"/>
                  </a:lnTo>
                  <a:lnTo>
                    <a:pt x="1431975" y="77216"/>
                  </a:lnTo>
                  <a:lnTo>
                    <a:pt x="1426260" y="79629"/>
                  </a:lnTo>
                  <a:lnTo>
                    <a:pt x="1412290" y="79629"/>
                  </a:lnTo>
                  <a:lnTo>
                    <a:pt x="1406575" y="77216"/>
                  </a:lnTo>
                  <a:lnTo>
                    <a:pt x="1397685" y="67564"/>
                  </a:lnTo>
                  <a:lnTo>
                    <a:pt x="1395399" y="61341"/>
                  </a:lnTo>
                  <a:lnTo>
                    <a:pt x="1395399" y="45847"/>
                  </a:lnTo>
                  <a:lnTo>
                    <a:pt x="1395933" y="44234"/>
                  </a:lnTo>
                  <a:lnTo>
                    <a:pt x="1397584" y="39624"/>
                  </a:lnTo>
                  <a:lnTo>
                    <a:pt x="1397685" y="39370"/>
                  </a:lnTo>
                  <a:lnTo>
                    <a:pt x="1406448" y="29845"/>
                  </a:lnTo>
                  <a:lnTo>
                    <a:pt x="1406271" y="29845"/>
                  </a:lnTo>
                  <a:lnTo>
                    <a:pt x="1412290" y="27305"/>
                  </a:lnTo>
                  <a:lnTo>
                    <a:pt x="1426133" y="27305"/>
                  </a:lnTo>
                  <a:lnTo>
                    <a:pt x="1431848" y="29845"/>
                  </a:lnTo>
                  <a:lnTo>
                    <a:pt x="1436293" y="34671"/>
                  </a:lnTo>
                  <a:lnTo>
                    <a:pt x="1440738" y="39624"/>
                  </a:lnTo>
                  <a:lnTo>
                    <a:pt x="1442897" y="45847"/>
                  </a:lnTo>
                  <a:lnTo>
                    <a:pt x="1442897" y="15074"/>
                  </a:lnTo>
                  <a:lnTo>
                    <a:pt x="1437068" y="12103"/>
                  </a:lnTo>
                  <a:lnTo>
                    <a:pt x="1428572" y="9791"/>
                  </a:lnTo>
                  <a:lnTo>
                    <a:pt x="1419275" y="9017"/>
                  </a:lnTo>
                  <a:lnTo>
                    <a:pt x="1409890" y="9791"/>
                  </a:lnTo>
                  <a:lnTo>
                    <a:pt x="1377340" y="35775"/>
                  </a:lnTo>
                  <a:lnTo>
                    <a:pt x="1374190" y="53594"/>
                  </a:lnTo>
                  <a:lnTo>
                    <a:pt x="1374990" y="62890"/>
                  </a:lnTo>
                  <a:lnTo>
                    <a:pt x="1401368" y="94792"/>
                  </a:lnTo>
                  <a:lnTo>
                    <a:pt x="1419275" y="97917"/>
                  </a:lnTo>
                  <a:lnTo>
                    <a:pt x="1428572" y="97142"/>
                  </a:lnTo>
                  <a:lnTo>
                    <a:pt x="1437068" y="94792"/>
                  </a:lnTo>
                  <a:lnTo>
                    <a:pt x="1444713" y="90906"/>
                  </a:lnTo>
                  <a:lnTo>
                    <a:pt x="1451533" y="85471"/>
                  </a:lnTo>
                  <a:lnTo>
                    <a:pt x="1456448" y="79629"/>
                  </a:lnTo>
                  <a:lnTo>
                    <a:pt x="1457121" y="78841"/>
                  </a:lnTo>
                  <a:lnTo>
                    <a:pt x="1461135" y="71297"/>
                  </a:lnTo>
                  <a:lnTo>
                    <a:pt x="1463548" y="62890"/>
                  </a:lnTo>
                  <a:lnTo>
                    <a:pt x="1464360" y="53594"/>
                  </a:lnTo>
                  <a:close/>
                </a:path>
                <a:path w="2344420" h="170815">
                  <a:moveTo>
                    <a:pt x="1509572" y="2286"/>
                  </a:moveTo>
                  <a:lnTo>
                    <a:pt x="1488236" y="2286"/>
                  </a:lnTo>
                  <a:lnTo>
                    <a:pt x="1488236" y="121920"/>
                  </a:lnTo>
                  <a:lnTo>
                    <a:pt x="1509572" y="121920"/>
                  </a:lnTo>
                  <a:lnTo>
                    <a:pt x="1509572" y="2286"/>
                  </a:lnTo>
                  <a:close/>
                </a:path>
                <a:path w="2344420" h="170815">
                  <a:moveTo>
                    <a:pt x="1512874" y="146050"/>
                  </a:moveTo>
                  <a:lnTo>
                    <a:pt x="1423085" y="146050"/>
                  </a:lnTo>
                  <a:lnTo>
                    <a:pt x="1423085" y="108966"/>
                  </a:lnTo>
                  <a:lnTo>
                    <a:pt x="1401241" y="108966"/>
                  </a:lnTo>
                  <a:lnTo>
                    <a:pt x="1401241" y="164465"/>
                  </a:lnTo>
                  <a:lnTo>
                    <a:pt x="1512874" y="164465"/>
                  </a:lnTo>
                  <a:lnTo>
                    <a:pt x="1512874" y="146050"/>
                  </a:lnTo>
                  <a:close/>
                </a:path>
                <a:path w="2344420" h="170815">
                  <a:moveTo>
                    <a:pt x="1710359" y="16510"/>
                  </a:moveTo>
                  <a:lnTo>
                    <a:pt x="1612315" y="16510"/>
                  </a:lnTo>
                  <a:lnTo>
                    <a:pt x="1612315" y="34671"/>
                  </a:lnTo>
                  <a:lnTo>
                    <a:pt x="1710359" y="34671"/>
                  </a:lnTo>
                  <a:lnTo>
                    <a:pt x="1710359" y="16510"/>
                  </a:lnTo>
                  <a:close/>
                </a:path>
                <a:path w="2344420" h="170815">
                  <a:moveTo>
                    <a:pt x="1717471" y="124968"/>
                  </a:moveTo>
                  <a:lnTo>
                    <a:pt x="1715871" y="108966"/>
                  </a:lnTo>
                  <a:lnTo>
                    <a:pt x="1715795" y="108331"/>
                  </a:lnTo>
                  <a:lnTo>
                    <a:pt x="1715693" y="107188"/>
                  </a:lnTo>
                  <a:lnTo>
                    <a:pt x="1710994" y="108331"/>
                  </a:lnTo>
                  <a:lnTo>
                    <a:pt x="1703374" y="108966"/>
                  </a:lnTo>
                  <a:lnTo>
                    <a:pt x="1692706" y="108966"/>
                  </a:lnTo>
                  <a:lnTo>
                    <a:pt x="1695246" y="46228"/>
                  </a:lnTo>
                  <a:lnTo>
                    <a:pt x="1673783" y="46228"/>
                  </a:lnTo>
                  <a:lnTo>
                    <a:pt x="1672666" y="107188"/>
                  </a:lnTo>
                  <a:lnTo>
                    <a:pt x="1672640" y="108966"/>
                  </a:lnTo>
                  <a:lnTo>
                    <a:pt x="1650161" y="108966"/>
                  </a:lnTo>
                  <a:lnTo>
                    <a:pt x="1649145" y="46228"/>
                  </a:lnTo>
                  <a:lnTo>
                    <a:pt x="1627809" y="46228"/>
                  </a:lnTo>
                  <a:lnTo>
                    <a:pt x="1629905" y="107188"/>
                  </a:lnTo>
                  <a:lnTo>
                    <a:pt x="1629968" y="108966"/>
                  </a:lnTo>
                  <a:lnTo>
                    <a:pt x="1605838" y="108966"/>
                  </a:lnTo>
                  <a:lnTo>
                    <a:pt x="1605838" y="127381"/>
                  </a:lnTo>
                  <a:lnTo>
                    <a:pt x="1687499" y="127381"/>
                  </a:lnTo>
                  <a:lnTo>
                    <a:pt x="1694230" y="127241"/>
                  </a:lnTo>
                  <a:lnTo>
                    <a:pt x="1701482" y="126796"/>
                  </a:lnTo>
                  <a:lnTo>
                    <a:pt x="1709229" y="126047"/>
                  </a:lnTo>
                  <a:lnTo>
                    <a:pt x="1717471" y="124968"/>
                  </a:lnTo>
                  <a:close/>
                </a:path>
                <a:path w="2344420" h="170815">
                  <a:moveTo>
                    <a:pt x="1770303" y="67818"/>
                  </a:moveTo>
                  <a:lnTo>
                    <a:pt x="1744268" y="67818"/>
                  </a:lnTo>
                  <a:lnTo>
                    <a:pt x="1744268" y="2286"/>
                  </a:lnTo>
                  <a:lnTo>
                    <a:pt x="1722170" y="2286"/>
                  </a:lnTo>
                  <a:lnTo>
                    <a:pt x="1722170" y="170307"/>
                  </a:lnTo>
                  <a:lnTo>
                    <a:pt x="1744141" y="170307"/>
                  </a:lnTo>
                  <a:lnTo>
                    <a:pt x="1744141" y="86233"/>
                  </a:lnTo>
                  <a:lnTo>
                    <a:pt x="1770303" y="86233"/>
                  </a:lnTo>
                  <a:lnTo>
                    <a:pt x="1770303" y="67818"/>
                  </a:lnTo>
                  <a:close/>
                </a:path>
                <a:path w="2344420" h="170815">
                  <a:moveTo>
                    <a:pt x="1879396" y="45339"/>
                  </a:moveTo>
                  <a:lnTo>
                    <a:pt x="1878634" y="36982"/>
                  </a:lnTo>
                  <a:lnTo>
                    <a:pt x="1876348" y="29425"/>
                  </a:lnTo>
                  <a:lnTo>
                    <a:pt x="1873084" y="23622"/>
                  </a:lnTo>
                  <a:lnTo>
                    <a:pt x="1872538" y="22644"/>
                  </a:lnTo>
                  <a:lnTo>
                    <a:pt x="1867204" y="16637"/>
                  </a:lnTo>
                  <a:lnTo>
                    <a:pt x="1860626" y="11722"/>
                  </a:lnTo>
                  <a:lnTo>
                    <a:pt x="1857552" y="10274"/>
                  </a:lnTo>
                  <a:lnTo>
                    <a:pt x="1857552" y="38989"/>
                  </a:lnTo>
                  <a:lnTo>
                    <a:pt x="1857552" y="51943"/>
                  </a:lnTo>
                  <a:lnTo>
                    <a:pt x="1855520" y="57277"/>
                  </a:lnTo>
                  <a:lnTo>
                    <a:pt x="1851355" y="61315"/>
                  </a:lnTo>
                  <a:lnTo>
                    <a:pt x="1847392" y="65278"/>
                  </a:lnTo>
                  <a:lnTo>
                    <a:pt x="1842058" y="67183"/>
                  </a:lnTo>
                  <a:lnTo>
                    <a:pt x="1828215" y="67183"/>
                  </a:lnTo>
                  <a:lnTo>
                    <a:pt x="1823085" y="65278"/>
                  </a:lnTo>
                  <a:lnTo>
                    <a:pt x="1822881" y="65278"/>
                  </a:lnTo>
                  <a:lnTo>
                    <a:pt x="1812721" y="38481"/>
                  </a:lnTo>
                  <a:lnTo>
                    <a:pt x="1814626" y="33147"/>
                  </a:lnTo>
                  <a:lnTo>
                    <a:pt x="1818474" y="29425"/>
                  </a:lnTo>
                  <a:lnTo>
                    <a:pt x="1822246" y="25654"/>
                  </a:lnTo>
                  <a:lnTo>
                    <a:pt x="1821992" y="25654"/>
                  </a:lnTo>
                  <a:lnTo>
                    <a:pt x="1827961" y="23622"/>
                  </a:lnTo>
                  <a:lnTo>
                    <a:pt x="1842058" y="23622"/>
                  </a:lnTo>
                  <a:lnTo>
                    <a:pt x="1847392" y="25654"/>
                  </a:lnTo>
                  <a:lnTo>
                    <a:pt x="1855520" y="33782"/>
                  </a:lnTo>
                  <a:lnTo>
                    <a:pt x="1857552" y="38989"/>
                  </a:lnTo>
                  <a:lnTo>
                    <a:pt x="1857552" y="10274"/>
                  </a:lnTo>
                  <a:lnTo>
                    <a:pt x="1853107" y="8178"/>
                  </a:lnTo>
                  <a:lnTo>
                    <a:pt x="1844624" y="6057"/>
                  </a:lnTo>
                  <a:lnTo>
                    <a:pt x="1835200" y="5334"/>
                  </a:lnTo>
                  <a:lnTo>
                    <a:pt x="1825853" y="6057"/>
                  </a:lnTo>
                  <a:lnTo>
                    <a:pt x="1794256" y="29425"/>
                  </a:lnTo>
                  <a:lnTo>
                    <a:pt x="1791258" y="45339"/>
                  </a:lnTo>
                  <a:lnTo>
                    <a:pt x="1792020" y="53721"/>
                  </a:lnTo>
                  <a:lnTo>
                    <a:pt x="1817420" y="82334"/>
                  </a:lnTo>
                  <a:lnTo>
                    <a:pt x="1835200" y="85090"/>
                  </a:lnTo>
                  <a:lnTo>
                    <a:pt x="1844294" y="84404"/>
                  </a:lnTo>
                  <a:lnTo>
                    <a:pt x="1844471" y="84404"/>
                  </a:lnTo>
                  <a:lnTo>
                    <a:pt x="1872957" y="67183"/>
                  </a:lnTo>
                  <a:lnTo>
                    <a:pt x="1876285" y="61315"/>
                  </a:lnTo>
                  <a:lnTo>
                    <a:pt x="1877529" y="57277"/>
                  </a:lnTo>
                  <a:lnTo>
                    <a:pt x="1878622" y="53721"/>
                  </a:lnTo>
                  <a:lnTo>
                    <a:pt x="1879396" y="45339"/>
                  </a:lnTo>
                  <a:close/>
                </a:path>
                <a:path w="2344420" h="170815">
                  <a:moveTo>
                    <a:pt x="1927148" y="2286"/>
                  </a:moveTo>
                  <a:lnTo>
                    <a:pt x="1905812" y="2286"/>
                  </a:lnTo>
                  <a:lnTo>
                    <a:pt x="1905812" y="87376"/>
                  </a:lnTo>
                  <a:lnTo>
                    <a:pt x="1927148" y="87376"/>
                  </a:lnTo>
                  <a:lnTo>
                    <a:pt x="1927148" y="2286"/>
                  </a:lnTo>
                  <a:close/>
                </a:path>
                <a:path w="2344420" h="170815">
                  <a:moveTo>
                    <a:pt x="1931466" y="149479"/>
                  </a:moveTo>
                  <a:lnTo>
                    <a:pt x="1840153" y="149479"/>
                  </a:lnTo>
                  <a:lnTo>
                    <a:pt x="1840153" y="138811"/>
                  </a:lnTo>
                  <a:lnTo>
                    <a:pt x="1927148" y="138811"/>
                  </a:lnTo>
                  <a:lnTo>
                    <a:pt x="1927148" y="93980"/>
                  </a:lnTo>
                  <a:lnTo>
                    <a:pt x="1818563" y="93980"/>
                  </a:lnTo>
                  <a:lnTo>
                    <a:pt x="1818563" y="112395"/>
                  </a:lnTo>
                  <a:lnTo>
                    <a:pt x="1905812" y="112395"/>
                  </a:lnTo>
                  <a:lnTo>
                    <a:pt x="1905812" y="122301"/>
                  </a:lnTo>
                  <a:lnTo>
                    <a:pt x="1818563" y="122301"/>
                  </a:lnTo>
                  <a:lnTo>
                    <a:pt x="1818563" y="167894"/>
                  </a:lnTo>
                  <a:lnTo>
                    <a:pt x="1931466" y="167894"/>
                  </a:lnTo>
                  <a:lnTo>
                    <a:pt x="1931466" y="149479"/>
                  </a:lnTo>
                  <a:close/>
                </a:path>
                <a:path w="2344420" h="170815">
                  <a:moveTo>
                    <a:pt x="2128951" y="77216"/>
                  </a:moveTo>
                  <a:lnTo>
                    <a:pt x="2121090" y="74904"/>
                  </a:lnTo>
                  <a:lnTo>
                    <a:pt x="2113699" y="71589"/>
                  </a:lnTo>
                  <a:lnTo>
                    <a:pt x="2106803" y="67233"/>
                  </a:lnTo>
                  <a:lnTo>
                    <a:pt x="2102802" y="63881"/>
                  </a:lnTo>
                  <a:lnTo>
                    <a:pt x="2100376" y="61849"/>
                  </a:lnTo>
                  <a:lnTo>
                    <a:pt x="2094839" y="55930"/>
                  </a:lnTo>
                  <a:lnTo>
                    <a:pt x="2090813" y="49796"/>
                  </a:lnTo>
                  <a:lnTo>
                    <a:pt x="2088261" y="43459"/>
                  </a:lnTo>
                  <a:lnTo>
                    <a:pt x="2087168" y="36957"/>
                  </a:lnTo>
                  <a:lnTo>
                    <a:pt x="2123998" y="36957"/>
                  </a:lnTo>
                  <a:lnTo>
                    <a:pt x="2123998" y="18669"/>
                  </a:lnTo>
                  <a:lnTo>
                    <a:pt x="2087168" y="18669"/>
                  </a:lnTo>
                  <a:lnTo>
                    <a:pt x="2087168" y="0"/>
                  </a:lnTo>
                  <a:lnTo>
                    <a:pt x="2065197" y="0"/>
                  </a:lnTo>
                  <a:lnTo>
                    <a:pt x="2065197" y="18669"/>
                  </a:lnTo>
                  <a:lnTo>
                    <a:pt x="2028113" y="18669"/>
                  </a:lnTo>
                  <a:lnTo>
                    <a:pt x="2028113" y="36957"/>
                  </a:lnTo>
                  <a:lnTo>
                    <a:pt x="2065070" y="36957"/>
                  </a:lnTo>
                  <a:lnTo>
                    <a:pt x="2064029" y="43459"/>
                  </a:lnTo>
                  <a:lnTo>
                    <a:pt x="2040077" y="74549"/>
                  </a:lnTo>
                  <a:lnTo>
                    <a:pt x="2023414" y="82931"/>
                  </a:lnTo>
                  <a:lnTo>
                    <a:pt x="2038400" y="97790"/>
                  </a:lnTo>
                  <a:lnTo>
                    <a:pt x="2050567" y="90512"/>
                  </a:lnTo>
                  <a:lnTo>
                    <a:pt x="2060981" y="82397"/>
                  </a:lnTo>
                  <a:lnTo>
                    <a:pt x="2069668" y="73469"/>
                  </a:lnTo>
                  <a:lnTo>
                    <a:pt x="2076526" y="63881"/>
                  </a:lnTo>
                  <a:lnTo>
                    <a:pt x="2076704" y="63881"/>
                  </a:lnTo>
                  <a:lnTo>
                    <a:pt x="2110689" y="91414"/>
                  </a:lnTo>
                  <a:lnTo>
                    <a:pt x="2116124" y="93726"/>
                  </a:lnTo>
                  <a:lnTo>
                    <a:pt x="2128951" y="77216"/>
                  </a:lnTo>
                  <a:close/>
                </a:path>
                <a:path w="2344420" h="170815">
                  <a:moveTo>
                    <a:pt x="2175179" y="150368"/>
                  </a:moveTo>
                  <a:lnTo>
                    <a:pt x="2134666" y="136906"/>
                  </a:lnTo>
                  <a:lnTo>
                    <a:pt x="2133422" y="136156"/>
                  </a:lnTo>
                  <a:lnTo>
                    <a:pt x="2127440" y="131381"/>
                  </a:lnTo>
                  <a:lnTo>
                    <a:pt x="2122513" y="126149"/>
                  </a:lnTo>
                  <a:lnTo>
                    <a:pt x="2118664" y="120396"/>
                  </a:lnTo>
                  <a:lnTo>
                    <a:pt x="2162860" y="120396"/>
                  </a:lnTo>
                  <a:lnTo>
                    <a:pt x="2162860" y="102235"/>
                  </a:lnTo>
                  <a:lnTo>
                    <a:pt x="2046274" y="102235"/>
                  </a:lnTo>
                  <a:lnTo>
                    <a:pt x="2046274" y="120396"/>
                  </a:lnTo>
                  <a:lnTo>
                    <a:pt x="2090851" y="120396"/>
                  </a:lnTo>
                  <a:lnTo>
                    <a:pt x="2087270" y="125933"/>
                  </a:lnTo>
                  <a:lnTo>
                    <a:pt x="2052091" y="147027"/>
                  </a:lnTo>
                  <a:lnTo>
                    <a:pt x="2051888" y="147027"/>
                  </a:lnTo>
                  <a:lnTo>
                    <a:pt x="2043404" y="149047"/>
                  </a:lnTo>
                  <a:lnTo>
                    <a:pt x="2034082" y="150368"/>
                  </a:lnTo>
                  <a:lnTo>
                    <a:pt x="2047544" y="168529"/>
                  </a:lnTo>
                  <a:lnTo>
                    <a:pt x="2055393" y="166700"/>
                  </a:lnTo>
                  <a:lnTo>
                    <a:pt x="2094357" y="147027"/>
                  </a:lnTo>
                  <a:lnTo>
                    <a:pt x="2104948" y="136906"/>
                  </a:lnTo>
                  <a:lnTo>
                    <a:pt x="2109965" y="142316"/>
                  </a:lnTo>
                  <a:lnTo>
                    <a:pt x="2146211" y="164426"/>
                  </a:lnTo>
                  <a:lnTo>
                    <a:pt x="2161844" y="168529"/>
                  </a:lnTo>
                  <a:lnTo>
                    <a:pt x="2175179" y="150368"/>
                  </a:lnTo>
                  <a:close/>
                </a:path>
                <a:path w="2344420" h="170815">
                  <a:moveTo>
                    <a:pt x="2186228" y="43688"/>
                  </a:moveTo>
                  <a:lnTo>
                    <a:pt x="2160701" y="43688"/>
                  </a:lnTo>
                  <a:lnTo>
                    <a:pt x="2160701" y="2286"/>
                  </a:lnTo>
                  <a:lnTo>
                    <a:pt x="2138984" y="2286"/>
                  </a:lnTo>
                  <a:lnTo>
                    <a:pt x="2138984" y="95123"/>
                  </a:lnTo>
                  <a:lnTo>
                    <a:pt x="2160701" y="95123"/>
                  </a:lnTo>
                  <a:lnTo>
                    <a:pt x="2160701" y="62103"/>
                  </a:lnTo>
                  <a:lnTo>
                    <a:pt x="2186228" y="62103"/>
                  </a:lnTo>
                  <a:lnTo>
                    <a:pt x="2186228" y="43688"/>
                  </a:lnTo>
                  <a:close/>
                </a:path>
                <a:path w="2344420" h="170815">
                  <a:moveTo>
                    <a:pt x="2297099" y="17145"/>
                  </a:moveTo>
                  <a:lnTo>
                    <a:pt x="2214803" y="17145"/>
                  </a:lnTo>
                  <a:lnTo>
                    <a:pt x="2214803" y="35560"/>
                  </a:lnTo>
                  <a:lnTo>
                    <a:pt x="2273985" y="35560"/>
                  </a:lnTo>
                  <a:lnTo>
                    <a:pt x="2270823" y="48729"/>
                  </a:lnTo>
                  <a:lnTo>
                    <a:pt x="2249982" y="85090"/>
                  </a:lnTo>
                  <a:lnTo>
                    <a:pt x="2217064" y="111988"/>
                  </a:lnTo>
                  <a:lnTo>
                    <a:pt x="2204516" y="117729"/>
                  </a:lnTo>
                  <a:lnTo>
                    <a:pt x="2221407" y="133604"/>
                  </a:lnTo>
                  <a:lnTo>
                    <a:pt x="2253094" y="111252"/>
                  </a:lnTo>
                  <a:lnTo>
                    <a:pt x="2285466" y="67995"/>
                  </a:lnTo>
                  <a:lnTo>
                    <a:pt x="2295614" y="34798"/>
                  </a:lnTo>
                  <a:lnTo>
                    <a:pt x="2297099" y="17145"/>
                  </a:lnTo>
                  <a:close/>
                </a:path>
                <a:path w="2344420" h="170815">
                  <a:moveTo>
                    <a:pt x="2344216" y="2286"/>
                  </a:moveTo>
                  <a:lnTo>
                    <a:pt x="2322753" y="2286"/>
                  </a:lnTo>
                  <a:lnTo>
                    <a:pt x="2322753" y="170307"/>
                  </a:lnTo>
                  <a:lnTo>
                    <a:pt x="2344216" y="170307"/>
                  </a:lnTo>
                  <a:lnTo>
                    <a:pt x="2344216" y="22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5617" y="399160"/>
              <a:ext cx="4490720" cy="310515"/>
            </a:xfrm>
            <a:custGeom>
              <a:avLst/>
              <a:gdLst/>
              <a:ahLst/>
              <a:cxnLst/>
              <a:rect l="l" t="t" r="r" b="b"/>
              <a:pathLst>
                <a:path w="4490720" h="310515">
                  <a:moveTo>
                    <a:pt x="131419" y="238887"/>
                  </a:moveTo>
                  <a:lnTo>
                    <a:pt x="25146" y="238887"/>
                  </a:lnTo>
                  <a:lnTo>
                    <a:pt x="25146" y="231521"/>
                  </a:lnTo>
                  <a:lnTo>
                    <a:pt x="48602" y="197370"/>
                  </a:lnTo>
                  <a:lnTo>
                    <a:pt x="77533" y="175768"/>
                  </a:lnTo>
                  <a:lnTo>
                    <a:pt x="89801" y="166408"/>
                  </a:lnTo>
                  <a:lnTo>
                    <a:pt x="119862" y="129832"/>
                  </a:lnTo>
                  <a:lnTo>
                    <a:pt x="126060" y="97663"/>
                  </a:lnTo>
                  <a:lnTo>
                    <a:pt x="124980" y="84645"/>
                  </a:lnTo>
                  <a:lnTo>
                    <a:pt x="99580" y="46837"/>
                  </a:lnTo>
                  <a:lnTo>
                    <a:pt x="63550" y="37719"/>
                  </a:lnTo>
                  <a:lnTo>
                    <a:pt x="47434" y="39039"/>
                  </a:lnTo>
                  <a:lnTo>
                    <a:pt x="32880" y="42964"/>
                  </a:lnTo>
                  <a:lnTo>
                    <a:pt x="19900" y="49517"/>
                  </a:lnTo>
                  <a:lnTo>
                    <a:pt x="8483" y="58674"/>
                  </a:lnTo>
                  <a:lnTo>
                    <a:pt x="8483" y="84328"/>
                  </a:lnTo>
                  <a:lnTo>
                    <a:pt x="14147" y="78473"/>
                  </a:lnTo>
                  <a:lnTo>
                    <a:pt x="20154" y="73279"/>
                  </a:lnTo>
                  <a:lnTo>
                    <a:pt x="60566" y="57785"/>
                  </a:lnTo>
                  <a:lnTo>
                    <a:pt x="69684" y="58483"/>
                  </a:lnTo>
                  <a:lnTo>
                    <a:pt x="100076" y="82257"/>
                  </a:lnTo>
                  <a:lnTo>
                    <a:pt x="102984" y="99822"/>
                  </a:lnTo>
                  <a:lnTo>
                    <a:pt x="102336" y="108927"/>
                  </a:lnTo>
                  <a:lnTo>
                    <a:pt x="79260" y="148272"/>
                  </a:lnTo>
                  <a:lnTo>
                    <a:pt x="47078" y="172669"/>
                  </a:lnTo>
                  <a:lnTo>
                    <a:pt x="36842" y="180505"/>
                  </a:lnTo>
                  <a:lnTo>
                    <a:pt x="7886" y="212623"/>
                  </a:lnTo>
                  <a:lnTo>
                    <a:pt x="0" y="249682"/>
                  </a:lnTo>
                  <a:lnTo>
                    <a:pt x="0" y="260350"/>
                  </a:lnTo>
                  <a:lnTo>
                    <a:pt x="131419" y="260350"/>
                  </a:lnTo>
                  <a:lnTo>
                    <a:pt x="131419" y="238887"/>
                  </a:lnTo>
                  <a:close/>
                </a:path>
                <a:path w="4490720" h="310515">
                  <a:moveTo>
                    <a:pt x="223151" y="176911"/>
                  </a:moveTo>
                  <a:lnTo>
                    <a:pt x="220179" y="138442"/>
                  </a:lnTo>
                  <a:lnTo>
                    <a:pt x="196443" y="70612"/>
                  </a:lnTo>
                  <a:lnTo>
                    <a:pt x="175679" y="41275"/>
                  </a:lnTo>
                  <a:lnTo>
                    <a:pt x="154101" y="41275"/>
                  </a:lnTo>
                  <a:lnTo>
                    <a:pt x="175120" y="71539"/>
                  </a:lnTo>
                  <a:lnTo>
                    <a:pt x="190144" y="104190"/>
                  </a:lnTo>
                  <a:lnTo>
                    <a:pt x="199161" y="139204"/>
                  </a:lnTo>
                  <a:lnTo>
                    <a:pt x="202171" y="176530"/>
                  </a:lnTo>
                  <a:lnTo>
                    <a:pt x="199186" y="213664"/>
                  </a:lnTo>
                  <a:lnTo>
                    <a:pt x="190258" y="248272"/>
                  </a:lnTo>
                  <a:lnTo>
                    <a:pt x="175374" y="280390"/>
                  </a:lnTo>
                  <a:lnTo>
                    <a:pt x="154546" y="310007"/>
                  </a:lnTo>
                  <a:lnTo>
                    <a:pt x="175679" y="310007"/>
                  </a:lnTo>
                  <a:lnTo>
                    <a:pt x="196443" y="281533"/>
                  </a:lnTo>
                  <a:lnTo>
                    <a:pt x="211277" y="249847"/>
                  </a:lnTo>
                  <a:lnTo>
                    <a:pt x="220179" y="214960"/>
                  </a:lnTo>
                  <a:lnTo>
                    <a:pt x="223151" y="176911"/>
                  </a:lnTo>
                  <a:close/>
                </a:path>
                <a:path w="4490720" h="310515">
                  <a:moveTo>
                    <a:pt x="548474" y="196977"/>
                  </a:moveTo>
                  <a:lnTo>
                    <a:pt x="516826" y="170967"/>
                  </a:lnTo>
                  <a:lnTo>
                    <a:pt x="492442" y="138557"/>
                  </a:lnTo>
                  <a:lnTo>
                    <a:pt x="483057" y="119888"/>
                  </a:lnTo>
                  <a:lnTo>
                    <a:pt x="476859" y="102654"/>
                  </a:lnTo>
                  <a:lnTo>
                    <a:pt x="472973" y="84340"/>
                  </a:lnTo>
                  <a:lnTo>
                    <a:pt x="471754" y="66929"/>
                  </a:lnTo>
                  <a:lnTo>
                    <a:pt x="471678" y="19812"/>
                  </a:lnTo>
                  <a:lnTo>
                    <a:pt x="449656" y="19812"/>
                  </a:lnTo>
                  <a:lnTo>
                    <a:pt x="449656" y="66929"/>
                  </a:lnTo>
                  <a:lnTo>
                    <a:pt x="448449" y="84340"/>
                  </a:lnTo>
                  <a:lnTo>
                    <a:pt x="448335" y="86004"/>
                  </a:lnTo>
                  <a:lnTo>
                    <a:pt x="437845" y="123672"/>
                  </a:lnTo>
                  <a:lnTo>
                    <a:pt x="417271" y="159918"/>
                  </a:lnTo>
                  <a:lnTo>
                    <a:pt x="389064" y="190347"/>
                  </a:lnTo>
                  <a:lnTo>
                    <a:pt x="372262" y="203073"/>
                  </a:lnTo>
                  <a:lnTo>
                    <a:pt x="389382" y="217932"/>
                  </a:lnTo>
                  <a:lnTo>
                    <a:pt x="423240" y="184759"/>
                  </a:lnTo>
                  <a:lnTo>
                    <a:pt x="450723" y="144310"/>
                  </a:lnTo>
                  <a:lnTo>
                    <a:pt x="460971" y="119888"/>
                  </a:lnTo>
                  <a:lnTo>
                    <a:pt x="464756" y="130467"/>
                  </a:lnTo>
                  <a:lnTo>
                    <a:pt x="487680" y="168021"/>
                  </a:lnTo>
                  <a:lnTo>
                    <a:pt x="520979" y="204546"/>
                  </a:lnTo>
                  <a:lnTo>
                    <a:pt x="532853" y="214376"/>
                  </a:lnTo>
                  <a:lnTo>
                    <a:pt x="548474" y="196977"/>
                  </a:lnTo>
                  <a:close/>
                </a:path>
                <a:path w="4490720" h="310515">
                  <a:moveTo>
                    <a:pt x="611289" y="0"/>
                  </a:moveTo>
                  <a:lnTo>
                    <a:pt x="588962" y="0"/>
                  </a:lnTo>
                  <a:lnTo>
                    <a:pt x="588962" y="287147"/>
                  </a:lnTo>
                  <a:lnTo>
                    <a:pt x="611289" y="287147"/>
                  </a:lnTo>
                  <a:lnTo>
                    <a:pt x="611289" y="0"/>
                  </a:lnTo>
                  <a:close/>
                </a:path>
                <a:path w="4490720" h="310515">
                  <a:moveTo>
                    <a:pt x="932484" y="135382"/>
                  </a:moveTo>
                  <a:lnTo>
                    <a:pt x="887399" y="119634"/>
                  </a:lnTo>
                  <a:lnTo>
                    <a:pt x="852220" y="94742"/>
                  </a:lnTo>
                  <a:lnTo>
                    <a:pt x="835342" y="74803"/>
                  </a:lnTo>
                  <a:lnTo>
                    <a:pt x="829462" y="66001"/>
                  </a:lnTo>
                  <a:lnTo>
                    <a:pt x="823760" y="52082"/>
                  </a:lnTo>
                  <a:lnTo>
                    <a:pt x="821867" y="38481"/>
                  </a:lnTo>
                  <a:lnTo>
                    <a:pt x="821867" y="23241"/>
                  </a:lnTo>
                  <a:lnTo>
                    <a:pt x="799007" y="23241"/>
                  </a:lnTo>
                  <a:lnTo>
                    <a:pt x="799007" y="38481"/>
                  </a:lnTo>
                  <a:lnTo>
                    <a:pt x="797128" y="51943"/>
                  </a:lnTo>
                  <a:lnTo>
                    <a:pt x="769162" y="94996"/>
                  </a:lnTo>
                  <a:lnTo>
                    <a:pt x="734085" y="120180"/>
                  </a:lnTo>
                  <a:lnTo>
                    <a:pt x="688644" y="135636"/>
                  </a:lnTo>
                  <a:lnTo>
                    <a:pt x="703884" y="153289"/>
                  </a:lnTo>
                  <a:lnTo>
                    <a:pt x="753529" y="131521"/>
                  </a:lnTo>
                  <a:lnTo>
                    <a:pt x="794575" y="97751"/>
                  </a:lnTo>
                  <a:lnTo>
                    <a:pt x="810310" y="74803"/>
                  </a:lnTo>
                  <a:lnTo>
                    <a:pt x="816952" y="85902"/>
                  </a:lnTo>
                  <a:lnTo>
                    <a:pt x="851458" y="119507"/>
                  </a:lnTo>
                  <a:lnTo>
                    <a:pt x="899515" y="146875"/>
                  </a:lnTo>
                  <a:lnTo>
                    <a:pt x="916736" y="153035"/>
                  </a:lnTo>
                  <a:lnTo>
                    <a:pt x="932484" y="135382"/>
                  </a:lnTo>
                  <a:close/>
                </a:path>
                <a:path w="4490720" h="310515">
                  <a:moveTo>
                    <a:pt x="943787" y="219329"/>
                  </a:moveTo>
                  <a:lnTo>
                    <a:pt x="677341" y="219329"/>
                  </a:lnTo>
                  <a:lnTo>
                    <a:pt x="677341" y="239014"/>
                  </a:lnTo>
                  <a:lnTo>
                    <a:pt x="943787" y="239014"/>
                  </a:lnTo>
                  <a:lnTo>
                    <a:pt x="943787" y="219329"/>
                  </a:lnTo>
                  <a:close/>
                </a:path>
                <a:path w="4490720" h="310515">
                  <a:moveTo>
                    <a:pt x="1124762" y="148717"/>
                  </a:moveTo>
                  <a:lnTo>
                    <a:pt x="1123467" y="132334"/>
                  </a:lnTo>
                  <a:lnTo>
                    <a:pt x="1123416" y="131572"/>
                  </a:lnTo>
                  <a:lnTo>
                    <a:pt x="1123340" y="130632"/>
                  </a:lnTo>
                  <a:lnTo>
                    <a:pt x="1123238" y="129286"/>
                  </a:lnTo>
                  <a:lnTo>
                    <a:pt x="1106703" y="130632"/>
                  </a:lnTo>
                  <a:lnTo>
                    <a:pt x="1085875" y="131572"/>
                  </a:lnTo>
                  <a:lnTo>
                    <a:pt x="1060742" y="132156"/>
                  </a:lnTo>
                  <a:lnTo>
                    <a:pt x="1031290" y="132334"/>
                  </a:lnTo>
                  <a:lnTo>
                    <a:pt x="1031290" y="93980"/>
                  </a:lnTo>
                  <a:lnTo>
                    <a:pt x="1094917" y="93980"/>
                  </a:lnTo>
                  <a:lnTo>
                    <a:pt x="1094917" y="74803"/>
                  </a:lnTo>
                  <a:lnTo>
                    <a:pt x="1031290" y="74803"/>
                  </a:lnTo>
                  <a:lnTo>
                    <a:pt x="1031290" y="34163"/>
                  </a:lnTo>
                  <a:lnTo>
                    <a:pt x="1119047" y="34163"/>
                  </a:lnTo>
                  <a:lnTo>
                    <a:pt x="1119047" y="14605"/>
                  </a:lnTo>
                  <a:lnTo>
                    <a:pt x="1009192" y="14605"/>
                  </a:lnTo>
                  <a:lnTo>
                    <a:pt x="1009192" y="151892"/>
                  </a:lnTo>
                  <a:lnTo>
                    <a:pt x="1044689" y="151688"/>
                  </a:lnTo>
                  <a:lnTo>
                    <a:pt x="1075778" y="151066"/>
                  </a:lnTo>
                  <a:lnTo>
                    <a:pt x="1102461" y="150075"/>
                  </a:lnTo>
                  <a:lnTo>
                    <a:pt x="1124762" y="148717"/>
                  </a:lnTo>
                  <a:close/>
                </a:path>
                <a:path w="4490720" h="310515">
                  <a:moveTo>
                    <a:pt x="1174165" y="5842"/>
                  </a:moveTo>
                  <a:lnTo>
                    <a:pt x="1152321" y="5842"/>
                  </a:lnTo>
                  <a:lnTo>
                    <a:pt x="1152321" y="72263"/>
                  </a:lnTo>
                  <a:lnTo>
                    <a:pt x="1112951" y="72263"/>
                  </a:lnTo>
                  <a:lnTo>
                    <a:pt x="1112951" y="92075"/>
                  </a:lnTo>
                  <a:lnTo>
                    <a:pt x="1152321" y="92075"/>
                  </a:lnTo>
                  <a:lnTo>
                    <a:pt x="1152321" y="161798"/>
                  </a:lnTo>
                  <a:lnTo>
                    <a:pt x="1174165" y="161798"/>
                  </a:lnTo>
                  <a:lnTo>
                    <a:pt x="1174165" y="5842"/>
                  </a:lnTo>
                  <a:close/>
                </a:path>
                <a:path w="4490720" h="310515">
                  <a:moveTo>
                    <a:pt x="1225981" y="177800"/>
                  </a:moveTo>
                  <a:lnTo>
                    <a:pt x="1204010" y="177800"/>
                  </a:lnTo>
                  <a:lnTo>
                    <a:pt x="1204010" y="197231"/>
                  </a:lnTo>
                  <a:lnTo>
                    <a:pt x="1204010" y="259715"/>
                  </a:lnTo>
                  <a:lnTo>
                    <a:pt x="1068247" y="259715"/>
                  </a:lnTo>
                  <a:lnTo>
                    <a:pt x="1068247" y="197231"/>
                  </a:lnTo>
                  <a:lnTo>
                    <a:pt x="1204010" y="197231"/>
                  </a:lnTo>
                  <a:lnTo>
                    <a:pt x="1204010" y="177800"/>
                  </a:lnTo>
                  <a:lnTo>
                    <a:pt x="1046149" y="177800"/>
                  </a:lnTo>
                  <a:lnTo>
                    <a:pt x="1046149" y="279273"/>
                  </a:lnTo>
                  <a:lnTo>
                    <a:pt x="1225981" y="279273"/>
                  </a:lnTo>
                  <a:lnTo>
                    <a:pt x="1225981" y="259715"/>
                  </a:lnTo>
                  <a:lnTo>
                    <a:pt x="1225981" y="197231"/>
                  </a:lnTo>
                  <a:lnTo>
                    <a:pt x="1225981" y="177800"/>
                  </a:lnTo>
                  <a:close/>
                </a:path>
                <a:path w="4490720" h="310515">
                  <a:moveTo>
                    <a:pt x="1225981" y="0"/>
                  </a:moveTo>
                  <a:lnTo>
                    <a:pt x="1203756" y="0"/>
                  </a:lnTo>
                  <a:lnTo>
                    <a:pt x="1203756" y="161798"/>
                  </a:lnTo>
                  <a:lnTo>
                    <a:pt x="1225981" y="161798"/>
                  </a:lnTo>
                  <a:lnTo>
                    <a:pt x="1225981" y="0"/>
                  </a:lnTo>
                  <a:close/>
                </a:path>
                <a:path w="4490720" h="310515">
                  <a:moveTo>
                    <a:pt x="1661591" y="223774"/>
                  </a:moveTo>
                  <a:lnTo>
                    <a:pt x="1539671" y="223774"/>
                  </a:lnTo>
                  <a:lnTo>
                    <a:pt x="1539671" y="156718"/>
                  </a:lnTo>
                  <a:lnTo>
                    <a:pt x="1617014" y="156718"/>
                  </a:lnTo>
                  <a:lnTo>
                    <a:pt x="1617014" y="136525"/>
                  </a:lnTo>
                  <a:lnTo>
                    <a:pt x="1617014" y="46990"/>
                  </a:lnTo>
                  <a:lnTo>
                    <a:pt x="1617014" y="26797"/>
                  </a:lnTo>
                  <a:lnTo>
                    <a:pt x="1594789" y="26797"/>
                  </a:lnTo>
                  <a:lnTo>
                    <a:pt x="1594789" y="46990"/>
                  </a:lnTo>
                  <a:lnTo>
                    <a:pt x="1594789" y="136525"/>
                  </a:lnTo>
                  <a:lnTo>
                    <a:pt x="1461947" y="136525"/>
                  </a:lnTo>
                  <a:lnTo>
                    <a:pt x="1461947" y="46990"/>
                  </a:lnTo>
                  <a:lnTo>
                    <a:pt x="1594789" y="46990"/>
                  </a:lnTo>
                  <a:lnTo>
                    <a:pt x="1594789" y="26797"/>
                  </a:lnTo>
                  <a:lnTo>
                    <a:pt x="1439341" y="26797"/>
                  </a:lnTo>
                  <a:lnTo>
                    <a:pt x="1439341" y="156718"/>
                  </a:lnTo>
                  <a:lnTo>
                    <a:pt x="1517065" y="156718"/>
                  </a:lnTo>
                  <a:lnTo>
                    <a:pt x="1517065" y="223774"/>
                  </a:lnTo>
                  <a:lnTo>
                    <a:pt x="1395145" y="223774"/>
                  </a:lnTo>
                  <a:lnTo>
                    <a:pt x="1395145" y="243840"/>
                  </a:lnTo>
                  <a:lnTo>
                    <a:pt x="1661591" y="243840"/>
                  </a:lnTo>
                  <a:lnTo>
                    <a:pt x="1661591" y="223774"/>
                  </a:lnTo>
                  <a:close/>
                </a:path>
                <a:path w="4490720" h="310515">
                  <a:moveTo>
                    <a:pt x="1894509" y="196342"/>
                  </a:moveTo>
                  <a:lnTo>
                    <a:pt x="1892592" y="183261"/>
                  </a:lnTo>
                  <a:lnTo>
                    <a:pt x="1891715" y="177165"/>
                  </a:lnTo>
                  <a:lnTo>
                    <a:pt x="1872576" y="179832"/>
                  </a:lnTo>
                  <a:lnTo>
                    <a:pt x="1846414" y="181737"/>
                  </a:lnTo>
                  <a:lnTo>
                    <a:pt x="1813179" y="182880"/>
                  </a:lnTo>
                  <a:lnTo>
                    <a:pt x="1772843" y="183261"/>
                  </a:lnTo>
                  <a:lnTo>
                    <a:pt x="1753285" y="183261"/>
                  </a:lnTo>
                  <a:lnTo>
                    <a:pt x="1753285" y="24511"/>
                  </a:lnTo>
                  <a:lnTo>
                    <a:pt x="1731060" y="24511"/>
                  </a:lnTo>
                  <a:lnTo>
                    <a:pt x="1731060" y="203073"/>
                  </a:lnTo>
                  <a:lnTo>
                    <a:pt x="1793849" y="202653"/>
                  </a:lnTo>
                  <a:lnTo>
                    <a:pt x="1842020" y="201383"/>
                  </a:lnTo>
                  <a:lnTo>
                    <a:pt x="1875574" y="199275"/>
                  </a:lnTo>
                  <a:lnTo>
                    <a:pt x="1894509" y="196342"/>
                  </a:lnTo>
                  <a:close/>
                </a:path>
                <a:path w="4490720" h="310515">
                  <a:moveTo>
                    <a:pt x="1938705" y="0"/>
                  </a:moveTo>
                  <a:lnTo>
                    <a:pt x="1916353" y="0"/>
                  </a:lnTo>
                  <a:lnTo>
                    <a:pt x="1916353" y="287147"/>
                  </a:lnTo>
                  <a:lnTo>
                    <a:pt x="1938705" y="287147"/>
                  </a:lnTo>
                  <a:lnTo>
                    <a:pt x="1938705" y="0"/>
                  </a:lnTo>
                  <a:close/>
                </a:path>
                <a:path w="4490720" h="310515">
                  <a:moveTo>
                    <a:pt x="2184196" y="212471"/>
                  </a:moveTo>
                  <a:lnTo>
                    <a:pt x="2183066" y="196977"/>
                  </a:lnTo>
                  <a:lnTo>
                    <a:pt x="2183003" y="196024"/>
                  </a:lnTo>
                  <a:lnTo>
                    <a:pt x="2182914" y="194843"/>
                  </a:lnTo>
                  <a:lnTo>
                    <a:pt x="2182799" y="193167"/>
                  </a:lnTo>
                  <a:lnTo>
                    <a:pt x="2165845" y="194843"/>
                  </a:lnTo>
                  <a:lnTo>
                    <a:pt x="2144331" y="196024"/>
                  </a:lnTo>
                  <a:lnTo>
                    <a:pt x="2118271" y="196748"/>
                  </a:lnTo>
                  <a:lnTo>
                    <a:pt x="2087676" y="196977"/>
                  </a:lnTo>
                  <a:lnTo>
                    <a:pt x="2053259" y="196977"/>
                  </a:lnTo>
                  <a:lnTo>
                    <a:pt x="2053259" y="126238"/>
                  </a:lnTo>
                  <a:lnTo>
                    <a:pt x="2137079" y="126238"/>
                  </a:lnTo>
                  <a:lnTo>
                    <a:pt x="2137079" y="107061"/>
                  </a:lnTo>
                  <a:lnTo>
                    <a:pt x="2053259" y="107061"/>
                  </a:lnTo>
                  <a:lnTo>
                    <a:pt x="2053259" y="44577"/>
                  </a:lnTo>
                  <a:lnTo>
                    <a:pt x="2168448" y="44577"/>
                  </a:lnTo>
                  <a:lnTo>
                    <a:pt x="2168448" y="24511"/>
                  </a:lnTo>
                  <a:lnTo>
                    <a:pt x="2030907" y="24511"/>
                  </a:lnTo>
                  <a:lnTo>
                    <a:pt x="2030907" y="216408"/>
                  </a:lnTo>
                  <a:lnTo>
                    <a:pt x="2080983" y="216408"/>
                  </a:lnTo>
                  <a:lnTo>
                    <a:pt x="2118728" y="216090"/>
                  </a:lnTo>
                  <a:lnTo>
                    <a:pt x="2135174" y="215773"/>
                  </a:lnTo>
                  <a:lnTo>
                    <a:pt x="2148090" y="215303"/>
                  </a:lnTo>
                  <a:lnTo>
                    <a:pt x="2160587" y="214604"/>
                  </a:lnTo>
                  <a:lnTo>
                    <a:pt x="2172614" y="213677"/>
                  </a:lnTo>
                  <a:lnTo>
                    <a:pt x="2184196" y="212471"/>
                  </a:lnTo>
                  <a:close/>
                </a:path>
                <a:path w="4490720" h="310515">
                  <a:moveTo>
                    <a:pt x="2240711" y="0"/>
                  </a:moveTo>
                  <a:lnTo>
                    <a:pt x="2218486" y="0"/>
                  </a:lnTo>
                  <a:lnTo>
                    <a:pt x="2218486" y="121031"/>
                  </a:lnTo>
                  <a:lnTo>
                    <a:pt x="2162098" y="121031"/>
                  </a:lnTo>
                  <a:lnTo>
                    <a:pt x="2162098" y="140589"/>
                  </a:lnTo>
                  <a:lnTo>
                    <a:pt x="2218486" y="140589"/>
                  </a:lnTo>
                  <a:lnTo>
                    <a:pt x="2218486" y="287147"/>
                  </a:lnTo>
                  <a:lnTo>
                    <a:pt x="2240711" y="287147"/>
                  </a:lnTo>
                  <a:lnTo>
                    <a:pt x="2240711" y="0"/>
                  </a:lnTo>
                  <a:close/>
                </a:path>
                <a:path w="4490720" h="310515">
                  <a:moveTo>
                    <a:pt x="2496362" y="148717"/>
                  </a:moveTo>
                  <a:lnTo>
                    <a:pt x="2493835" y="134112"/>
                  </a:lnTo>
                  <a:lnTo>
                    <a:pt x="2493060" y="129540"/>
                  </a:lnTo>
                  <a:lnTo>
                    <a:pt x="2484818" y="130911"/>
                  </a:lnTo>
                  <a:lnTo>
                    <a:pt x="2442273" y="133692"/>
                  </a:lnTo>
                  <a:lnTo>
                    <a:pt x="2386253" y="134112"/>
                  </a:lnTo>
                  <a:lnTo>
                    <a:pt x="2361996" y="134112"/>
                  </a:lnTo>
                  <a:lnTo>
                    <a:pt x="2361996" y="90805"/>
                  </a:lnTo>
                  <a:lnTo>
                    <a:pt x="2468422" y="90805"/>
                  </a:lnTo>
                  <a:lnTo>
                    <a:pt x="2468422" y="12192"/>
                  </a:lnTo>
                  <a:lnTo>
                    <a:pt x="2340025" y="12192"/>
                  </a:lnTo>
                  <a:lnTo>
                    <a:pt x="2340025" y="31750"/>
                  </a:lnTo>
                  <a:lnTo>
                    <a:pt x="2446451" y="31750"/>
                  </a:lnTo>
                  <a:lnTo>
                    <a:pt x="2446451" y="71628"/>
                  </a:lnTo>
                  <a:lnTo>
                    <a:pt x="2340025" y="71628"/>
                  </a:lnTo>
                  <a:lnTo>
                    <a:pt x="2340025" y="153924"/>
                  </a:lnTo>
                  <a:lnTo>
                    <a:pt x="2369426" y="153924"/>
                  </a:lnTo>
                  <a:lnTo>
                    <a:pt x="2435402" y="153504"/>
                  </a:lnTo>
                  <a:lnTo>
                    <a:pt x="2450769" y="153162"/>
                  </a:lnTo>
                  <a:lnTo>
                    <a:pt x="2462123" y="152615"/>
                  </a:lnTo>
                  <a:lnTo>
                    <a:pt x="2473515" y="151701"/>
                  </a:lnTo>
                  <a:lnTo>
                    <a:pt x="2484932" y="150418"/>
                  </a:lnTo>
                  <a:lnTo>
                    <a:pt x="2496362" y="148717"/>
                  </a:lnTo>
                  <a:close/>
                </a:path>
                <a:path w="4490720" h="310515">
                  <a:moveTo>
                    <a:pt x="2548305" y="0"/>
                  </a:moveTo>
                  <a:lnTo>
                    <a:pt x="2525953" y="0"/>
                  </a:lnTo>
                  <a:lnTo>
                    <a:pt x="2525953" y="172212"/>
                  </a:lnTo>
                  <a:lnTo>
                    <a:pt x="2548305" y="172212"/>
                  </a:lnTo>
                  <a:lnTo>
                    <a:pt x="2548305" y="0"/>
                  </a:lnTo>
                  <a:close/>
                </a:path>
                <a:path w="4490720" h="310515">
                  <a:moveTo>
                    <a:pt x="2550718" y="231013"/>
                  </a:moveTo>
                  <a:lnTo>
                    <a:pt x="2532469" y="196977"/>
                  </a:lnTo>
                  <a:lnTo>
                    <a:pt x="2526842" y="192824"/>
                  </a:lnTo>
                  <a:lnTo>
                    <a:pt x="2526842" y="231013"/>
                  </a:lnTo>
                  <a:lnTo>
                    <a:pt x="2525674" y="238594"/>
                  </a:lnTo>
                  <a:lnTo>
                    <a:pt x="2498687" y="260159"/>
                  </a:lnTo>
                  <a:lnTo>
                    <a:pt x="2498509" y="260159"/>
                  </a:lnTo>
                  <a:lnTo>
                    <a:pt x="2486660" y="263017"/>
                  </a:lnTo>
                  <a:lnTo>
                    <a:pt x="2486418" y="263017"/>
                  </a:lnTo>
                  <a:lnTo>
                    <a:pt x="2472690" y="264731"/>
                  </a:lnTo>
                  <a:lnTo>
                    <a:pt x="2472309" y="264731"/>
                  </a:lnTo>
                  <a:lnTo>
                    <a:pt x="2456738" y="265303"/>
                  </a:lnTo>
                  <a:lnTo>
                    <a:pt x="2440749" y="264731"/>
                  </a:lnTo>
                  <a:lnTo>
                    <a:pt x="2426728" y="263017"/>
                  </a:lnTo>
                  <a:lnTo>
                    <a:pt x="2390927" y="245300"/>
                  </a:lnTo>
                  <a:lnTo>
                    <a:pt x="2386380" y="231013"/>
                  </a:lnTo>
                  <a:lnTo>
                    <a:pt x="2387485" y="223608"/>
                  </a:lnTo>
                  <a:lnTo>
                    <a:pt x="2426360" y="199263"/>
                  </a:lnTo>
                  <a:lnTo>
                    <a:pt x="2456738" y="196977"/>
                  </a:lnTo>
                  <a:lnTo>
                    <a:pt x="2473083" y="197548"/>
                  </a:lnTo>
                  <a:lnTo>
                    <a:pt x="2516924" y="211175"/>
                  </a:lnTo>
                  <a:lnTo>
                    <a:pt x="2526842" y="231013"/>
                  </a:lnTo>
                  <a:lnTo>
                    <a:pt x="2526842" y="192824"/>
                  </a:lnTo>
                  <a:lnTo>
                    <a:pt x="2478087" y="178968"/>
                  </a:lnTo>
                  <a:lnTo>
                    <a:pt x="2456738" y="178054"/>
                  </a:lnTo>
                  <a:lnTo>
                    <a:pt x="2435364" y="178968"/>
                  </a:lnTo>
                  <a:lnTo>
                    <a:pt x="2386965" y="192532"/>
                  </a:lnTo>
                  <a:lnTo>
                    <a:pt x="2362885" y="231013"/>
                  </a:lnTo>
                  <a:lnTo>
                    <a:pt x="2364384" y="242519"/>
                  </a:lnTo>
                  <a:lnTo>
                    <a:pt x="2400566" y="276072"/>
                  </a:lnTo>
                  <a:lnTo>
                    <a:pt x="2456738" y="284099"/>
                  </a:lnTo>
                  <a:lnTo>
                    <a:pt x="2477693" y="283222"/>
                  </a:lnTo>
                  <a:lnTo>
                    <a:pt x="2478024" y="283222"/>
                  </a:lnTo>
                  <a:lnTo>
                    <a:pt x="2496489" y="280555"/>
                  </a:lnTo>
                  <a:lnTo>
                    <a:pt x="2496705" y="280555"/>
                  </a:lnTo>
                  <a:lnTo>
                    <a:pt x="2512644" y="276072"/>
                  </a:lnTo>
                  <a:lnTo>
                    <a:pt x="2512796" y="276072"/>
                  </a:lnTo>
                  <a:lnTo>
                    <a:pt x="2526182" y="269748"/>
                  </a:lnTo>
                  <a:lnTo>
                    <a:pt x="2549182" y="242519"/>
                  </a:lnTo>
                  <a:lnTo>
                    <a:pt x="2550718" y="231013"/>
                  </a:lnTo>
                  <a:close/>
                </a:path>
                <a:path w="4490720" h="310515">
                  <a:moveTo>
                    <a:pt x="2642158" y="225806"/>
                  </a:moveTo>
                  <a:lnTo>
                    <a:pt x="2619171" y="225806"/>
                  </a:lnTo>
                  <a:lnTo>
                    <a:pt x="2601137" y="300863"/>
                  </a:lnTo>
                  <a:lnTo>
                    <a:pt x="2617647" y="300863"/>
                  </a:lnTo>
                  <a:lnTo>
                    <a:pt x="2642158" y="225806"/>
                  </a:lnTo>
                  <a:close/>
                </a:path>
                <a:path w="4490720" h="310515">
                  <a:moveTo>
                    <a:pt x="2922828" y="12192"/>
                  </a:moveTo>
                  <a:lnTo>
                    <a:pt x="2900857" y="12192"/>
                  </a:lnTo>
                  <a:lnTo>
                    <a:pt x="2900857" y="64897"/>
                  </a:lnTo>
                  <a:lnTo>
                    <a:pt x="2900857" y="84709"/>
                  </a:lnTo>
                  <a:lnTo>
                    <a:pt x="2900857" y="128016"/>
                  </a:lnTo>
                  <a:lnTo>
                    <a:pt x="2827070" y="128016"/>
                  </a:lnTo>
                  <a:lnTo>
                    <a:pt x="2827070" y="84709"/>
                  </a:lnTo>
                  <a:lnTo>
                    <a:pt x="2900857" y="84709"/>
                  </a:lnTo>
                  <a:lnTo>
                    <a:pt x="2900857" y="64897"/>
                  </a:lnTo>
                  <a:lnTo>
                    <a:pt x="2827070" y="64897"/>
                  </a:lnTo>
                  <a:lnTo>
                    <a:pt x="2827070" y="12192"/>
                  </a:lnTo>
                  <a:lnTo>
                    <a:pt x="2805226" y="12192"/>
                  </a:lnTo>
                  <a:lnTo>
                    <a:pt x="2805226" y="147828"/>
                  </a:lnTo>
                  <a:lnTo>
                    <a:pt x="2922828" y="147828"/>
                  </a:lnTo>
                  <a:lnTo>
                    <a:pt x="2922828" y="128016"/>
                  </a:lnTo>
                  <a:lnTo>
                    <a:pt x="2922828" y="84709"/>
                  </a:lnTo>
                  <a:lnTo>
                    <a:pt x="2922828" y="64897"/>
                  </a:lnTo>
                  <a:lnTo>
                    <a:pt x="2922828" y="12192"/>
                  </a:lnTo>
                  <a:close/>
                </a:path>
                <a:path w="4490720" h="310515">
                  <a:moveTo>
                    <a:pt x="3031921" y="179578"/>
                  </a:moveTo>
                  <a:lnTo>
                    <a:pt x="2844215" y="179578"/>
                  </a:lnTo>
                  <a:lnTo>
                    <a:pt x="2844215" y="199390"/>
                  </a:lnTo>
                  <a:lnTo>
                    <a:pt x="3009696" y="199390"/>
                  </a:lnTo>
                  <a:lnTo>
                    <a:pt x="3009696" y="287147"/>
                  </a:lnTo>
                  <a:lnTo>
                    <a:pt x="3031921" y="287147"/>
                  </a:lnTo>
                  <a:lnTo>
                    <a:pt x="3031921" y="179578"/>
                  </a:lnTo>
                  <a:close/>
                </a:path>
                <a:path w="4490720" h="310515">
                  <a:moveTo>
                    <a:pt x="3031921" y="0"/>
                  </a:moveTo>
                  <a:lnTo>
                    <a:pt x="3009696" y="0"/>
                  </a:lnTo>
                  <a:lnTo>
                    <a:pt x="3009696" y="76581"/>
                  </a:lnTo>
                  <a:lnTo>
                    <a:pt x="2976549" y="76581"/>
                  </a:lnTo>
                  <a:lnTo>
                    <a:pt x="2976549" y="5842"/>
                  </a:lnTo>
                  <a:lnTo>
                    <a:pt x="2954451" y="5842"/>
                  </a:lnTo>
                  <a:lnTo>
                    <a:pt x="2954451" y="163703"/>
                  </a:lnTo>
                  <a:lnTo>
                    <a:pt x="2976549" y="163703"/>
                  </a:lnTo>
                  <a:lnTo>
                    <a:pt x="2976549" y="96647"/>
                  </a:lnTo>
                  <a:lnTo>
                    <a:pt x="3009696" y="96647"/>
                  </a:lnTo>
                  <a:lnTo>
                    <a:pt x="3009696" y="163703"/>
                  </a:lnTo>
                  <a:lnTo>
                    <a:pt x="3031921" y="163703"/>
                  </a:lnTo>
                  <a:lnTo>
                    <a:pt x="3031921" y="96647"/>
                  </a:lnTo>
                  <a:lnTo>
                    <a:pt x="3031921" y="76581"/>
                  </a:lnTo>
                  <a:lnTo>
                    <a:pt x="3031921" y="0"/>
                  </a:lnTo>
                  <a:close/>
                </a:path>
                <a:path w="4490720" h="310515">
                  <a:moveTo>
                    <a:pt x="3332276" y="160274"/>
                  </a:moveTo>
                  <a:lnTo>
                    <a:pt x="3310178" y="160274"/>
                  </a:lnTo>
                  <a:lnTo>
                    <a:pt x="3310178" y="203962"/>
                  </a:lnTo>
                  <a:lnTo>
                    <a:pt x="3310178" y="223393"/>
                  </a:lnTo>
                  <a:lnTo>
                    <a:pt x="3310178" y="260604"/>
                  </a:lnTo>
                  <a:lnTo>
                    <a:pt x="3176955" y="260604"/>
                  </a:lnTo>
                  <a:lnTo>
                    <a:pt x="3176955" y="223393"/>
                  </a:lnTo>
                  <a:lnTo>
                    <a:pt x="3310178" y="223393"/>
                  </a:lnTo>
                  <a:lnTo>
                    <a:pt x="3310178" y="203962"/>
                  </a:lnTo>
                  <a:lnTo>
                    <a:pt x="3176955" y="203962"/>
                  </a:lnTo>
                  <a:lnTo>
                    <a:pt x="3176955" y="160274"/>
                  </a:lnTo>
                  <a:lnTo>
                    <a:pt x="3155111" y="160274"/>
                  </a:lnTo>
                  <a:lnTo>
                    <a:pt x="3155111" y="280416"/>
                  </a:lnTo>
                  <a:lnTo>
                    <a:pt x="3332276" y="280416"/>
                  </a:lnTo>
                  <a:lnTo>
                    <a:pt x="3332276" y="260604"/>
                  </a:lnTo>
                  <a:lnTo>
                    <a:pt x="3332276" y="223393"/>
                  </a:lnTo>
                  <a:lnTo>
                    <a:pt x="3332276" y="203962"/>
                  </a:lnTo>
                  <a:lnTo>
                    <a:pt x="3332276" y="160274"/>
                  </a:lnTo>
                  <a:close/>
                </a:path>
                <a:path w="4490720" h="310515">
                  <a:moveTo>
                    <a:pt x="3332276" y="381"/>
                  </a:moveTo>
                  <a:lnTo>
                    <a:pt x="3309924" y="381"/>
                  </a:lnTo>
                  <a:lnTo>
                    <a:pt x="3309924" y="62230"/>
                  </a:lnTo>
                  <a:lnTo>
                    <a:pt x="3260521" y="62230"/>
                  </a:lnTo>
                  <a:lnTo>
                    <a:pt x="3239808" y="22733"/>
                  </a:lnTo>
                  <a:lnTo>
                    <a:pt x="3238931" y="21894"/>
                  </a:lnTo>
                  <a:lnTo>
                    <a:pt x="3238931" y="72263"/>
                  </a:lnTo>
                  <a:lnTo>
                    <a:pt x="3238106" y="82042"/>
                  </a:lnTo>
                  <a:lnTo>
                    <a:pt x="3217430" y="114363"/>
                  </a:lnTo>
                  <a:lnTo>
                    <a:pt x="3188004" y="122174"/>
                  </a:lnTo>
                  <a:lnTo>
                    <a:pt x="3177133" y="121323"/>
                  </a:lnTo>
                  <a:lnTo>
                    <a:pt x="3140900" y="92240"/>
                  </a:lnTo>
                  <a:lnTo>
                    <a:pt x="3137458" y="72263"/>
                  </a:lnTo>
                  <a:lnTo>
                    <a:pt x="3138284" y="62230"/>
                  </a:lnTo>
                  <a:lnTo>
                    <a:pt x="3138309" y="61912"/>
                  </a:lnTo>
                  <a:lnTo>
                    <a:pt x="3167621" y="26200"/>
                  </a:lnTo>
                  <a:lnTo>
                    <a:pt x="3188004" y="22733"/>
                  </a:lnTo>
                  <a:lnTo>
                    <a:pt x="3198863" y="23596"/>
                  </a:lnTo>
                  <a:lnTo>
                    <a:pt x="3230994" y="44145"/>
                  </a:lnTo>
                  <a:lnTo>
                    <a:pt x="3238931" y="72263"/>
                  </a:lnTo>
                  <a:lnTo>
                    <a:pt x="3238931" y="21894"/>
                  </a:lnTo>
                  <a:lnTo>
                    <a:pt x="3201619" y="4457"/>
                  </a:lnTo>
                  <a:lnTo>
                    <a:pt x="3188004" y="3429"/>
                  </a:lnTo>
                  <a:lnTo>
                    <a:pt x="3172739" y="4673"/>
                  </a:lnTo>
                  <a:lnTo>
                    <a:pt x="3135807" y="23368"/>
                  </a:lnTo>
                  <a:lnTo>
                    <a:pt x="3116745" y="58293"/>
                  </a:lnTo>
                  <a:lnTo>
                    <a:pt x="3115487" y="72263"/>
                  </a:lnTo>
                  <a:lnTo>
                    <a:pt x="3116770" y="86334"/>
                  </a:lnTo>
                  <a:lnTo>
                    <a:pt x="3135960" y="121323"/>
                  </a:lnTo>
                  <a:lnTo>
                    <a:pt x="3172879" y="139865"/>
                  </a:lnTo>
                  <a:lnTo>
                    <a:pt x="3188004" y="141097"/>
                  </a:lnTo>
                  <a:lnTo>
                    <a:pt x="3201682" y="140106"/>
                  </a:lnTo>
                  <a:lnTo>
                    <a:pt x="3214370" y="137083"/>
                  </a:lnTo>
                  <a:lnTo>
                    <a:pt x="3226016" y="132054"/>
                  </a:lnTo>
                  <a:lnTo>
                    <a:pt x="3236645" y="124968"/>
                  </a:lnTo>
                  <a:lnTo>
                    <a:pt x="3239541" y="122174"/>
                  </a:lnTo>
                  <a:lnTo>
                    <a:pt x="3245726" y="116230"/>
                  </a:lnTo>
                  <a:lnTo>
                    <a:pt x="3252800" y="106172"/>
                  </a:lnTo>
                  <a:lnTo>
                    <a:pt x="3257816" y="94792"/>
                  </a:lnTo>
                  <a:lnTo>
                    <a:pt x="3260775" y="82042"/>
                  </a:lnTo>
                  <a:lnTo>
                    <a:pt x="3309924" y="82042"/>
                  </a:lnTo>
                  <a:lnTo>
                    <a:pt x="3309924" y="144526"/>
                  </a:lnTo>
                  <a:lnTo>
                    <a:pt x="3332276" y="144526"/>
                  </a:lnTo>
                  <a:lnTo>
                    <a:pt x="3332276" y="82042"/>
                  </a:lnTo>
                  <a:lnTo>
                    <a:pt x="3332276" y="62230"/>
                  </a:lnTo>
                  <a:lnTo>
                    <a:pt x="3332276" y="381"/>
                  </a:lnTo>
                  <a:close/>
                </a:path>
                <a:path w="4490720" h="310515">
                  <a:moveTo>
                    <a:pt x="3730802" y="85090"/>
                  </a:moveTo>
                  <a:lnTo>
                    <a:pt x="3573068" y="85090"/>
                  </a:lnTo>
                  <a:lnTo>
                    <a:pt x="3573068" y="28067"/>
                  </a:lnTo>
                  <a:lnTo>
                    <a:pt x="3727754" y="28067"/>
                  </a:lnTo>
                  <a:lnTo>
                    <a:pt x="3727754" y="8255"/>
                  </a:lnTo>
                  <a:lnTo>
                    <a:pt x="3550716" y="8255"/>
                  </a:lnTo>
                  <a:lnTo>
                    <a:pt x="3550716" y="105029"/>
                  </a:lnTo>
                  <a:lnTo>
                    <a:pt x="3730802" y="105029"/>
                  </a:lnTo>
                  <a:lnTo>
                    <a:pt x="3730802" y="85090"/>
                  </a:lnTo>
                  <a:close/>
                </a:path>
                <a:path w="4490720" h="310515">
                  <a:moveTo>
                    <a:pt x="3732707" y="232410"/>
                  </a:moveTo>
                  <a:lnTo>
                    <a:pt x="3709212" y="194398"/>
                  </a:lnTo>
                  <a:lnTo>
                    <a:pt x="3709212" y="232410"/>
                  </a:lnTo>
                  <a:lnTo>
                    <a:pt x="3708108" y="239725"/>
                  </a:lnTo>
                  <a:lnTo>
                    <a:pt x="3669665" y="263588"/>
                  </a:lnTo>
                  <a:lnTo>
                    <a:pt x="3639108" y="265811"/>
                  </a:lnTo>
                  <a:lnTo>
                    <a:pt x="3622751" y="265264"/>
                  </a:lnTo>
                  <a:lnTo>
                    <a:pt x="3578910" y="251917"/>
                  </a:lnTo>
                  <a:lnTo>
                    <a:pt x="3569004" y="232410"/>
                  </a:lnTo>
                  <a:lnTo>
                    <a:pt x="3570097" y="225031"/>
                  </a:lnTo>
                  <a:lnTo>
                    <a:pt x="3608476" y="201028"/>
                  </a:lnTo>
                  <a:lnTo>
                    <a:pt x="3639108" y="198755"/>
                  </a:lnTo>
                  <a:lnTo>
                    <a:pt x="3655517" y="199326"/>
                  </a:lnTo>
                  <a:lnTo>
                    <a:pt x="3699345" y="212737"/>
                  </a:lnTo>
                  <a:lnTo>
                    <a:pt x="3709212" y="232410"/>
                  </a:lnTo>
                  <a:lnTo>
                    <a:pt x="3709212" y="194398"/>
                  </a:lnTo>
                  <a:lnTo>
                    <a:pt x="3660381" y="180721"/>
                  </a:lnTo>
                  <a:lnTo>
                    <a:pt x="3639108" y="179832"/>
                  </a:lnTo>
                  <a:lnTo>
                    <a:pt x="3617760" y="180721"/>
                  </a:lnTo>
                  <a:lnTo>
                    <a:pt x="3569639" y="193929"/>
                  </a:lnTo>
                  <a:lnTo>
                    <a:pt x="3545509" y="232410"/>
                  </a:lnTo>
                  <a:lnTo>
                    <a:pt x="3547021" y="243967"/>
                  </a:lnTo>
                  <a:lnTo>
                    <a:pt x="3583165" y="276860"/>
                  </a:lnTo>
                  <a:lnTo>
                    <a:pt x="3639108" y="284734"/>
                  </a:lnTo>
                  <a:lnTo>
                    <a:pt x="3660368" y="283857"/>
                  </a:lnTo>
                  <a:lnTo>
                    <a:pt x="3679012" y="281228"/>
                  </a:lnTo>
                  <a:lnTo>
                    <a:pt x="3695039" y="276860"/>
                  </a:lnTo>
                  <a:lnTo>
                    <a:pt x="3708450" y="270764"/>
                  </a:lnTo>
                  <a:lnTo>
                    <a:pt x="3715334" y="265811"/>
                  </a:lnTo>
                  <a:lnTo>
                    <a:pt x="3719042" y="263156"/>
                  </a:lnTo>
                  <a:lnTo>
                    <a:pt x="3726624" y="254215"/>
                  </a:lnTo>
                  <a:lnTo>
                    <a:pt x="3731183" y="243967"/>
                  </a:lnTo>
                  <a:lnTo>
                    <a:pt x="3732707" y="232410"/>
                  </a:lnTo>
                  <a:close/>
                </a:path>
                <a:path w="4490720" h="310515">
                  <a:moveTo>
                    <a:pt x="3772331" y="135890"/>
                  </a:moveTo>
                  <a:lnTo>
                    <a:pt x="3505885" y="135890"/>
                  </a:lnTo>
                  <a:lnTo>
                    <a:pt x="3505885" y="155829"/>
                  </a:lnTo>
                  <a:lnTo>
                    <a:pt x="3772331" y="155829"/>
                  </a:lnTo>
                  <a:lnTo>
                    <a:pt x="3772331" y="135890"/>
                  </a:lnTo>
                  <a:close/>
                </a:path>
                <a:path w="4490720" h="310515">
                  <a:moveTo>
                    <a:pt x="4141647" y="56769"/>
                  </a:moveTo>
                  <a:lnTo>
                    <a:pt x="4140212" y="44945"/>
                  </a:lnTo>
                  <a:lnTo>
                    <a:pt x="4135894" y="34391"/>
                  </a:lnTo>
                  <a:lnTo>
                    <a:pt x="4128681" y="25133"/>
                  </a:lnTo>
                  <a:lnTo>
                    <a:pt x="4123855" y="21336"/>
                  </a:lnTo>
                  <a:lnTo>
                    <a:pt x="4118533" y="17145"/>
                  </a:lnTo>
                  <a:lnTo>
                    <a:pt x="4118152" y="16967"/>
                  </a:lnTo>
                  <a:lnTo>
                    <a:pt x="4118152" y="56769"/>
                  </a:lnTo>
                  <a:lnTo>
                    <a:pt x="4117098" y="64604"/>
                  </a:lnTo>
                  <a:lnTo>
                    <a:pt x="4080586" y="89408"/>
                  </a:lnTo>
                  <a:lnTo>
                    <a:pt x="4052112" y="91694"/>
                  </a:lnTo>
                  <a:lnTo>
                    <a:pt x="4036885" y="91122"/>
                  </a:lnTo>
                  <a:lnTo>
                    <a:pt x="3995547" y="77508"/>
                  </a:lnTo>
                  <a:lnTo>
                    <a:pt x="3986072" y="56769"/>
                  </a:lnTo>
                  <a:lnTo>
                    <a:pt x="3987114" y="48780"/>
                  </a:lnTo>
                  <a:lnTo>
                    <a:pt x="4023830" y="23647"/>
                  </a:lnTo>
                  <a:lnTo>
                    <a:pt x="4052112" y="21336"/>
                  </a:lnTo>
                  <a:lnTo>
                    <a:pt x="4067175" y="21920"/>
                  </a:lnTo>
                  <a:lnTo>
                    <a:pt x="4108615" y="35687"/>
                  </a:lnTo>
                  <a:lnTo>
                    <a:pt x="4118152" y="56769"/>
                  </a:lnTo>
                  <a:lnTo>
                    <a:pt x="4118152" y="16967"/>
                  </a:lnTo>
                  <a:lnTo>
                    <a:pt x="4105668" y="10718"/>
                  </a:lnTo>
                  <a:lnTo>
                    <a:pt x="4090314" y="6121"/>
                  </a:lnTo>
                  <a:lnTo>
                    <a:pt x="4072471" y="3340"/>
                  </a:lnTo>
                  <a:lnTo>
                    <a:pt x="4052112" y="2413"/>
                  </a:lnTo>
                  <a:lnTo>
                    <a:pt x="4031742" y="3340"/>
                  </a:lnTo>
                  <a:lnTo>
                    <a:pt x="3985691" y="17145"/>
                  </a:lnTo>
                  <a:lnTo>
                    <a:pt x="3962577" y="56769"/>
                  </a:lnTo>
                  <a:lnTo>
                    <a:pt x="3964025" y="68529"/>
                  </a:lnTo>
                  <a:lnTo>
                    <a:pt x="3998671" y="102476"/>
                  </a:lnTo>
                  <a:lnTo>
                    <a:pt x="4052112" y="110617"/>
                  </a:lnTo>
                  <a:lnTo>
                    <a:pt x="4072394" y="109715"/>
                  </a:lnTo>
                  <a:lnTo>
                    <a:pt x="4090212" y="106997"/>
                  </a:lnTo>
                  <a:lnTo>
                    <a:pt x="4105541" y="102476"/>
                  </a:lnTo>
                  <a:lnTo>
                    <a:pt x="4118406" y="96139"/>
                  </a:lnTo>
                  <a:lnTo>
                    <a:pt x="4124121" y="91694"/>
                  </a:lnTo>
                  <a:lnTo>
                    <a:pt x="4128566" y="88239"/>
                  </a:lnTo>
                  <a:lnTo>
                    <a:pt x="4135831" y="79032"/>
                  </a:lnTo>
                  <a:lnTo>
                    <a:pt x="4140187" y="68529"/>
                  </a:lnTo>
                  <a:lnTo>
                    <a:pt x="4141647" y="56769"/>
                  </a:lnTo>
                  <a:close/>
                </a:path>
                <a:path w="4490720" h="310515">
                  <a:moveTo>
                    <a:pt x="4145457" y="230124"/>
                  </a:moveTo>
                  <a:lnTo>
                    <a:pt x="4143946" y="218706"/>
                  </a:lnTo>
                  <a:lnTo>
                    <a:pt x="4139450" y="208419"/>
                  </a:lnTo>
                  <a:lnTo>
                    <a:pt x="4131945" y="199263"/>
                  </a:lnTo>
                  <a:lnTo>
                    <a:pt x="4126611" y="195199"/>
                  </a:lnTo>
                  <a:lnTo>
                    <a:pt x="4122216" y="191846"/>
                  </a:lnTo>
                  <a:lnTo>
                    <a:pt x="4122216" y="230124"/>
                  </a:lnTo>
                  <a:lnTo>
                    <a:pt x="4121086" y="237756"/>
                  </a:lnTo>
                  <a:lnTo>
                    <a:pt x="4082351" y="263652"/>
                  </a:lnTo>
                  <a:lnTo>
                    <a:pt x="4052112" y="266192"/>
                  </a:lnTo>
                  <a:lnTo>
                    <a:pt x="4035895" y="265557"/>
                  </a:lnTo>
                  <a:lnTo>
                    <a:pt x="3992016" y="250761"/>
                  </a:lnTo>
                  <a:lnTo>
                    <a:pt x="3982008" y="230124"/>
                  </a:lnTo>
                  <a:lnTo>
                    <a:pt x="3983113" y="222631"/>
                  </a:lnTo>
                  <a:lnTo>
                    <a:pt x="4021759" y="197586"/>
                  </a:lnTo>
                  <a:lnTo>
                    <a:pt x="4068241" y="195795"/>
                  </a:lnTo>
                  <a:lnTo>
                    <a:pt x="4112183" y="209943"/>
                  </a:lnTo>
                  <a:lnTo>
                    <a:pt x="4122216" y="230124"/>
                  </a:lnTo>
                  <a:lnTo>
                    <a:pt x="4122216" y="191846"/>
                  </a:lnTo>
                  <a:lnTo>
                    <a:pt x="4073372" y="177215"/>
                  </a:lnTo>
                  <a:lnTo>
                    <a:pt x="4052112" y="176276"/>
                  </a:lnTo>
                  <a:lnTo>
                    <a:pt x="4030789" y="177215"/>
                  </a:lnTo>
                  <a:lnTo>
                    <a:pt x="3982770" y="191262"/>
                  </a:lnTo>
                  <a:lnTo>
                    <a:pt x="3958767" y="230124"/>
                  </a:lnTo>
                  <a:lnTo>
                    <a:pt x="3960266" y="241973"/>
                  </a:lnTo>
                  <a:lnTo>
                    <a:pt x="3996156" y="276606"/>
                  </a:lnTo>
                  <a:lnTo>
                    <a:pt x="4052112" y="285115"/>
                  </a:lnTo>
                  <a:lnTo>
                    <a:pt x="4073372" y="284175"/>
                  </a:lnTo>
                  <a:lnTo>
                    <a:pt x="4092016" y="281330"/>
                  </a:lnTo>
                  <a:lnTo>
                    <a:pt x="4108043" y="276606"/>
                  </a:lnTo>
                  <a:lnTo>
                    <a:pt x="4121454" y="270002"/>
                  </a:lnTo>
                  <a:lnTo>
                    <a:pt x="4126369" y="266192"/>
                  </a:lnTo>
                  <a:lnTo>
                    <a:pt x="4131945" y="261886"/>
                  </a:lnTo>
                  <a:lnTo>
                    <a:pt x="4139450" y="252539"/>
                  </a:lnTo>
                  <a:lnTo>
                    <a:pt x="4143946" y="241973"/>
                  </a:lnTo>
                  <a:lnTo>
                    <a:pt x="4145457" y="230124"/>
                  </a:lnTo>
                  <a:close/>
                </a:path>
                <a:path w="4490720" h="310515">
                  <a:moveTo>
                    <a:pt x="4185335" y="134493"/>
                  </a:moveTo>
                  <a:lnTo>
                    <a:pt x="3918889" y="134493"/>
                  </a:lnTo>
                  <a:lnTo>
                    <a:pt x="3918889" y="154178"/>
                  </a:lnTo>
                  <a:lnTo>
                    <a:pt x="4185335" y="154178"/>
                  </a:lnTo>
                  <a:lnTo>
                    <a:pt x="4185335" y="134493"/>
                  </a:lnTo>
                  <a:close/>
                </a:path>
                <a:path w="4490720" h="310515">
                  <a:moveTo>
                    <a:pt x="4448861" y="232664"/>
                  </a:moveTo>
                  <a:lnTo>
                    <a:pt x="4431373" y="198120"/>
                  </a:lnTo>
                  <a:lnTo>
                    <a:pt x="4425874" y="194005"/>
                  </a:lnTo>
                  <a:lnTo>
                    <a:pt x="4425874" y="232664"/>
                  </a:lnTo>
                  <a:lnTo>
                    <a:pt x="4424769" y="240245"/>
                  </a:lnTo>
                  <a:lnTo>
                    <a:pt x="4386821" y="264477"/>
                  </a:lnTo>
                  <a:lnTo>
                    <a:pt x="4356913" y="266700"/>
                  </a:lnTo>
                  <a:lnTo>
                    <a:pt x="4340834" y="266153"/>
                  </a:lnTo>
                  <a:lnTo>
                    <a:pt x="4297756" y="252768"/>
                  </a:lnTo>
                  <a:lnTo>
                    <a:pt x="4287952" y="232664"/>
                  </a:lnTo>
                  <a:lnTo>
                    <a:pt x="4289044" y="225082"/>
                  </a:lnTo>
                  <a:lnTo>
                    <a:pt x="4327004" y="200431"/>
                  </a:lnTo>
                  <a:lnTo>
                    <a:pt x="4356913" y="198120"/>
                  </a:lnTo>
                  <a:lnTo>
                    <a:pt x="4372851" y="198704"/>
                  </a:lnTo>
                  <a:lnTo>
                    <a:pt x="4413097" y="210375"/>
                  </a:lnTo>
                  <a:lnTo>
                    <a:pt x="4425874" y="232664"/>
                  </a:lnTo>
                  <a:lnTo>
                    <a:pt x="4425874" y="194005"/>
                  </a:lnTo>
                  <a:lnTo>
                    <a:pt x="4377880" y="180098"/>
                  </a:lnTo>
                  <a:lnTo>
                    <a:pt x="4356913" y="179197"/>
                  </a:lnTo>
                  <a:lnTo>
                    <a:pt x="4335932" y="180098"/>
                  </a:lnTo>
                  <a:lnTo>
                    <a:pt x="4288714" y="193421"/>
                  </a:lnTo>
                  <a:lnTo>
                    <a:pt x="4264965" y="232664"/>
                  </a:lnTo>
                  <a:lnTo>
                    <a:pt x="4266438" y="244386"/>
                  </a:lnTo>
                  <a:lnTo>
                    <a:pt x="4301655" y="277698"/>
                  </a:lnTo>
                  <a:lnTo>
                    <a:pt x="4356913" y="285623"/>
                  </a:lnTo>
                  <a:lnTo>
                    <a:pt x="4377982" y="284746"/>
                  </a:lnTo>
                  <a:lnTo>
                    <a:pt x="4425239" y="271526"/>
                  </a:lnTo>
                  <a:lnTo>
                    <a:pt x="4447375" y="244386"/>
                  </a:lnTo>
                  <a:lnTo>
                    <a:pt x="4448861" y="232664"/>
                  </a:lnTo>
                  <a:close/>
                </a:path>
                <a:path w="4490720" h="310515">
                  <a:moveTo>
                    <a:pt x="4490136" y="140208"/>
                  </a:moveTo>
                  <a:lnTo>
                    <a:pt x="4418508" y="140208"/>
                  </a:lnTo>
                  <a:lnTo>
                    <a:pt x="4418508" y="106807"/>
                  </a:lnTo>
                  <a:lnTo>
                    <a:pt x="4418508" y="106426"/>
                  </a:lnTo>
                  <a:lnTo>
                    <a:pt x="4418508" y="99441"/>
                  </a:lnTo>
                  <a:lnTo>
                    <a:pt x="4431411" y="91643"/>
                  </a:lnTo>
                  <a:lnTo>
                    <a:pt x="4431589" y="91440"/>
                  </a:lnTo>
                  <a:lnTo>
                    <a:pt x="4440618" y="81953"/>
                  </a:lnTo>
                  <a:lnTo>
                    <a:pt x="4446130" y="70408"/>
                  </a:lnTo>
                  <a:lnTo>
                    <a:pt x="4447972" y="57023"/>
                  </a:lnTo>
                  <a:lnTo>
                    <a:pt x="4446486" y="45059"/>
                  </a:lnTo>
                  <a:lnTo>
                    <a:pt x="4442066" y="34493"/>
                  </a:lnTo>
                  <a:lnTo>
                    <a:pt x="4434675" y="25349"/>
                  </a:lnTo>
                  <a:lnTo>
                    <a:pt x="4431169" y="22733"/>
                  </a:lnTo>
                  <a:lnTo>
                    <a:pt x="4424985" y="18135"/>
                  </a:lnTo>
                  <a:lnTo>
                    <a:pt x="4424985" y="57023"/>
                  </a:lnTo>
                  <a:lnTo>
                    <a:pt x="4423905" y="64693"/>
                  </a:lnTo>
                  <a:lnTo>
                    <a:pt x="4396156" y="86880"/>
                  </a:lnTo>
                  <a:lnTo>
                    <a:pt x="4396156" y="106807"/>
                  </a:lnTo>
                  <a:lnTo>
                    <a:pt x="4396156" y="140208"/>
                  </a:lnTo>
                  <a:lnTo>
                    <a:pt x="4317289" y="140208"/>
                  </a:lnTo>
                  <a:lnTo>
                    <a:pt x="4317289" y="106426"/>
                  </a:lnTo>
                  <a:lnTo>
                    <a:pt x="4326687" y="108178"/>
                  </a:lnTo>
                  <a:lnTo>
                    <a:pt x="4336808" y="109448"/>
                  </a:lnTo>
                  <a:lnTo>
                    <a:pt x="4337088" y="109448"/>
                  </a:lnTo>
                  <a:lnTo>
                    <a:pt x="4346587" y="110134"/>
                  </a:lnTo>
                  <a:lnTo>
                    <a:pt x="4356913" y="110363"/>
                  </a:lnTo>
                  <a:lnTo>
                    <a:pt x="4367936" y="110134"/>
                  </a:lnTo>
                  <a:lnTo>
                    <a:pt x="4378147" y="109448"/>
                  </a:lnTo>
                  <a:lnTo>
                    <a:pt x="4387558" y="108331"/>
                  </a:lnTo>
                  <a:lnTo>
                    <a:pt x="4396156" y="106807"/>
                  </a:lnTo>
                  <a:lnTo>
                    <a:pt x="4396156" y="86880"/>
                  </a:lnTo>
                  <a:lnTo>
                    <a:pt x="4386834" y="89154"/>
                  </a:lnTo>
                  <a:lnTo>
                    <a:pt x="4372953" y="90868"/>
                  </a:lnTo>
                  <a:lnTo>
                    <a:pt x="4356913" y="91440"/>
                  </a:lnTo>
                  <a:lnTo>
                    <a:pt x="4340860" y="90868"/>
                  </a:lnTo>
                  <a:lnTo>
                    <a:pt x="4326979" y="89154"/>
                  </a:lnTo>
                  <a:lnTo>
                    <a:pt x="4293095" y="71475"/>
                  </a:lnTo>
                  <a:lnTo>
                    <a:pt x="4288841" y="57023"/>
                  </a:lnTo>
                  <a:lnTo>
                    <a:pt x="4293095" y="42024"/>
                  </a:lnTo>
                  <a:lnTo>
                    <a:pt x="4305871" y="31318"/>
                  </a:lnTo>
                  <a:lnTo>
                    <a:pt x="4327144" y="24879"/>
                  </a:lnTo>
                  <a:lnTo>
                    <a:pt x="4356913" y="22733"/>
                  </a:lnTo>
                  <a:lnTo>
                    <a:pt x="4386669" y="24879"/>
                  </a:lnTo>
                  <a:lnTo>
                    <a:pt x="4407941" y="31318"/>
                  </a:lnTo>
                  <a:lnTo>
                    <a:pt x="4420717" y="42024"/>
                  </a:lnTo>
                  <a:lnTo>
                    <a:pt x="4424985" y="57023"/>
                  </a:lnTo>
                  <a:lnTo>
                    <a:pt x="4424985" y="18135"/>
                  </a:lnTo>
                  <a:lnTo>
                    <a:pt x="4377550" y="4673"/>
                  </a:lnTo>
                  <a:lnTo>
                    <a:pt x="4356913" y="3810"/>
                  </a:lnTo>
                  <a:lnTo>
                    <a:pt x="4336262" y="4673"/>
                  </a:lnTo>
                  <a:lnTo>
                    <a:pt x="4289476" y="17653"/>
                  </a:lnTo>
                  <a:lnTo>
                    <a:pt x="4265854" y="57023"/>
                  </a:lnTo>
                  <a:lnTo>
                    <a:pt x="4267657" y="70243"/>
                  </a:lnTo>
                  <a:lnTo>
                    <a:pt x="4273105" y="81711"/>
                  </a:lnTo>
                  <a:lnTo>
                    <a:pt x="4282186" y="91440"/>
                  </a:lnTo>
                  <a:lnTo>
                    <a:pt x="4294937" y="99441"/>
                  </a:lnTo>
                  <a:lnTo>
                    <a:pt x="4294937" y="140208"/>
                  </a:lnTo>
                  <a:lnTo>
                    <a:pt x="4223690" y="140208"/>
                  </a:lnTo>
                  <a:lnTo>
                    <a:pt x="4223690" y="160020"/>
                  </a:lnTo>
                  <a:lnTo>
                    <a:pt x="4490136" y="160020"/>
                  </a:lnTo>
                  <a:lnTo>
                    <a:pt x="4490136" y="140208"/>
                  </a:lnTo>
                  <a:close/>
                </a:path>
              </a:pathLst>
            </a:custGeom>
            <a:solidFill>
              <a:srgbClr val="0958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83996" y="1846579"/>
            <a:ext cx="18440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/>
              <a:t>③</a:t>
            </a:r>
            <a:r>
              <a:rPr sz="1600" spc="-35" dirty="0"/>
              <a:t> </a:t>
            </a:r>
            <a:r>
              <a:rPr sz="1600" dirty="0"/>
              <a:t>awk</a:t>
            </a:r>
            <a:r>
              <a:rPr sz="1600" spc="-20" dirty="0"/>
              <a:t> </a:t>
            </a:r>
            <a:r>
              <a:rPr sz="1600" dirty="0"/>
              <a:t>명령어</a:t>
            </a:r>
            <a:r>
              <a:rPr sz="1600" spc="-20" dirty="0"/>
              <a:t> </a:t>
            </a:r>
            <a:r>
              <a:rPr sz="1600" spc="-35" dirty="0"/>
              <a:t>이용</a:t>
            </a:r>
            <a:endParaRPr sz="1600"/>
          </a:p>
        </p:txBody>
      </p:sp>
      <p:sp>
        <p:nvSpPr>
          <p:cNvPr id="11" name="object 11"/>
          <p:cNvSpPr txBox="1"/>
          <p:nvPr/>
        </p:nvSpPr>
        <p:spPr>
          <a:xfrm>
            <a:off x="983996" y="2085847"/>
            <a:ext cx="6901180" cy="222059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40335" indent="-127635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Consolas"/>
              <a:buChar char="∙"/>
              <a:tabLst>
                <a:tab pos="140335" algn="l"/>
              </a:tabLst>
            </a:pPr>
            <a:r>
              <a:rPr sz="1200" dirty="0">
                <a:solidFill>
                  <a:srgbClr val="211F1F"/>
                </a:solidFill>
                <a:latin typeface="맑은 고딕"/>
                <a:cs typeface="맑은 고딕"/>
              </a:rPr>
              <a:t>사실</a:t>
            </a:r>
            <a:r>
              <a:rPr sz="1200" spc="-5" dirty="0">
                <a:solidFill>
                  <a:srgbClr val="211F1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211F1F"/>
                </a:solidFill>
                <a:latin typeface="맑은 고딕"/>
                <a:cs typeface="맑은 고딕"/>
              </a:rPr>
              <a:t>cut 명령어는</a:t>
            </a:r>
            <a:r>
              <a:rPr sz="1200" spc="10" dirty="0">
                <a:solidFill>
                  <a:srgbClr val="211F1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211F1F"/>
                </a:solidFill>
                <a:latin typeface="맑은 고딕"/>
                <a:cs typeface="맑은 고딕"/>
              </a:rPr>
              <a:t>필요한</a:t>
            </a:r>
            <a:r>
              <a:rPr sz="1200" spc="-10" dirty="0">
                <a:solidFill>
                  <a:srgbClr val="211F1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211F1F"/>
                </a:solidFill>
                <a:latin typeface="맑은 고딕"/>
                <a:cs typeface="맑은 고딕"/>
              </a:rPr>
              <a:t>부분을</a:t>
            </a:r>
            <a:r>
              <a:rPr sz="1200" spc="10" dirty="0">
                <a:solidFill>
                  <a:srgbClr val="211F1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211F1F"/>
                </a:solidFill>
                <a:latin typeface="맑은 고딕"/>
                <a:cs typeface="맑은 고딕"/>
              </a:rPr>
              <a:t>한번밖에 추출할</a:t>
            </a:r>
            <a:r>
              <a:rPr sz="1200" spc="5" dirty="0">
                <a:solidFill>
                  <a:srgbClr val="211F1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211F1F"/>
                </a:solidFill>
                <a:latin typeface="맑은 고딕"/>
                <a:cs typeface="맑은 고딕"/>
              </a:rPr>
              <a:t>수</a:t>
            </a:r>
            <a:r>
              <a:rPr sz="1200" spc="-5" dirty="0">
                <a:solidFill>
                  <a:srgbClr val="211F1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211F1F"/>
                </a:solidFill>
                <a:latin typeface="맑은 고딕"/>
                <a:cs typeface="맑은 고딕"/>
              </a:rPr>
              <a:t>없기</a:t>
            </a:r>
            <a:r>
              <a:rPr sz="1200" spc="-5" dirty="0">
                <a:solidFill>
                  <a:srgbClr val="211F1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211F1F"/>
                </a:solidFill>
                <a:latin typeface="맑은 고딕"/>
                <a:cs typeface="맑은 고딕"/>
              </a:rPr>
              <a:t>때문에</a:t>
            </a:r>
            <a:r>
              <a:rPr sz="1200" spc="5" dirty="0">
                <a:solidFill>
                  <a:srgbClr val="211F1F"/>
                </a:solidFill>
                <a:latin typeface="맑은 고딕"/>
                <a:cs typeface="맑은 고딕"/>
              </a:rPr>
              <a:t> </a:t>
            </a:r>
            <a:r>
              <a:rPr sz="1200" dirty="0">
                <a:solidFill>
                  <a:srgbClr val="211F1F"/>
                </a:solidFill>
                <a:latin typeface="맑은 고딕"/>
                <a:cs typeface="맑은 고딕"/>
              </a:rPr>
              <a:t>구현이</a:t>
            </a:r>
            <a:r>
              <a:rPr sz="1200" spc="-5" dirty="0">
                <a:solidFill>
                  <a:srgbClr val="211F1F"/>
                </a:solidFill>
                <a:latin typeface="맑은 고딕"/>
                <a:cs typeface="맑은 고딕"/>
              </a:rPr>
              <a:t> </a:t>
            </a:r>
            <a:r>
              <a:rPr sz="1200" spc="-25" dirty="0">
                <a:solidFill>
                  <a:srgbClr val="211F1F"/>
                </a:solidFill>
                <a:latin typeface="맑은 고딕"/>
                <a:cs typeface="맑은 고딕"/>
              </a:rPr>
              <a:t>복잡</a:t>
            </a:r>
            <a:endParaRPr sz="1200">
              <a:latin typeface="맑은 고딕"/>
              <a:cs typeface="맑은 고딕"/>
            </a:endParaRPr>
          </a:p>
          <a:p>
            <a:pPr marL="160020" indent="-147320">
              <a:lnSpc>
                <a:spcPct val="100000"/>
              </a:lnSpc>
              <a:spcBef>
                <a:spcPts val="720"/>
              </a:spcBef>
              <a:buFont typeface="Consolas"/>
              <a:buChar char="∙"/>
              <a:tabLst>
                <a:tab pos="160020" algn="l"/>
              </a:tabLst>
            </a:pPr>
            <a:r>
              <a:rPr sz="1200" dirty="0">
                <a:latin typeface="맑은 고딕"/>
                <a:cs typeface="맑은 고딕"/>
              </a:rPr>
              <a:t>실제</a:t>
            </a:r>
            <a:r>
              <a:rPr sz="1200" spc="-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앞에</a:t>
            </a:r>
            <a:r>
              <a:rPr sz="1200" spc="-4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예제는</a:t>
            </a:r>
            <a:r>
              <a:rPr sz="1200" spc="-4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프로그램</a:t>
            </a:r>
            <a:r>
              <a:rPr sz="1200" spc="-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로직을</a:t>
            </a:r>
            <a:r>
              <a:rPr sz="1200" spc="-4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이해하기 </a:t>
            </a:r>
            <a:r>
              <a:rPr sz="1200" dirty="0">
                <a:latin typeface="맑은 고딕"/>
                <a:cs typeface="맑은 고딕"/>
              </a:rPr>
              <a:t>위한</a:t>
            </a:r>
            <a:r>
              <a:rPr sz="1200" spc="-4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실습임</a:t>
            </a:r>
            <a:endParaRPr sz="1200">
              <a:latin typeface="맑은 고딕"/>
              <a:cs typeface="맑은 고딕"/>
            </a:endParaRPr>
          </a:p>
          <a:p>
            <a:pPr marL="160020" indent="-147320">
              <a:lnSpc>
                <a:spcPct val="100000"/>
              </a:lnSpc>
              <a:spcBef>
                <a:spcPts val="720"/>
              </a:spcBef>
              <a:buFont typeface="Consolas"/>
              <a:buChar char="∙"/>
              <a:tabLst>
                <a:tab pos="160020" algn="l"/>
              </a:tabLst>
            </a:pPr>
            <a:r>
              <a:rPr sz="1200" dirty="0">
                <a:latin typeface="맑은 고딕"/>
                <a:cs typeface="맑은 고딕"/>
              </a:rPr>
              <a:t>추출</a:t>
            </a:r>
            <a:r>
              <a:rPr sz="1200" spc="-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필드를</a:t>
            </a:r>
            <a:r>
              <a:rPr sz="1200" spc="-4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지정하고</a:t>
            </a:r>
            <a:r>
              <a:rPr sz="1200" spc="-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형식을</a:t>
            </a:r>
            <a:r>
              <a:rPr sz="1200" spc="-4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주어서</a:t>
            </a:r>
            <a:r>
              <a:rPr sz="1200" spc="-4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출력할</a:t>
            </a:r>
            <a:r>
              <a:rPr sz="1200" spc="-3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수</a:t>
            </a:r>
            <a:r>
              <a:rPr sz="1200" spc="-5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있는</a:t>
            </a:r>
            <a:r>
              <a:rPr sz="1200" spc="-50" dirty="0">
                <a:latin typeface="맑은 고딕"/>
                <a:cs typeface="맑은 고딕"/>
              </a:rPr>
              <a:t> </a:t>
            </a:r>
            <a:r>
              <a:rPr sz="1200" spc="-55" dirty="0">
                <a:latin typeface="Consolas"/>
                <a:cs typeface="Consolas"/>
              </a:rPr>
              <a:t>awk</a:t>
            </a:r>
            <a:r>
              <a:rPr sz="1200" spc="-55" dirty="0">
                <a:latin typeface="맑은 고딕"/>
                <a:cs typeface="맑은 고딕"/>
              </a:rPr>
              <a:t>명령어를</a:t>
            </a:r>
            <a:r>
              <a:rPr sz="1200" spc="-25" dirty="0">
                <a:latin typeface="맑은 고딕"/>
                <a:cs typeface="맑은 고딕"/>
              </a:rPr>
              <a:t> 사용하면</a:t>
            </a:r>
            <a:r>
              <a:rPr sz="1200" spc="-4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해당</a:t>
            </a:r>
            <a:r>
              <a:rPr sz="1200" spc="-4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내용이</a:t>
            </a:r>
            <a:r>
              <a:rPr sz="1200" spc="-4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간단해</a:t>
            </a:r>
            <a:r>
              <a:rPr sz="1200" spc="-40" dirty="0">
                <a:latin typeface="맑은 고딕"/>
                <a:cs typeface="맑은 고딕"/>
              </a:rPr>
              <a:t> </a:t>
            </a:r>
            <a:r>
              <a:rPr sz="1200" spc="-50" dirty="0">
                <a:latin typeface="맑은 고딕"/>
                <a:cs typeface="맑은 고딕"/>
              </a:rPr>
              <a:t>짐</a:t>
            </a:r>
            <a:endParaRPr sz="1200">
              <a:latin typeface="맑은 고딕"/>
              <a:cs typeface="맑은 고딕"/>
            </a:endParaRPr>
          </a:p>
          <a:p>
            <a:pPr marL="160020" indent="-147320">
              <a:lnSpc>
                <a:spcPct val="100000"/>
              </a:lnSpc>
              <a:spcBef>
                <a:spcPts val="710"/>
              </a:spcBef>
              <a:buChar char="∙"/>
              <a:tabLst>
                <a:tab pos="160020" algn="l"/>
              </a:tabLst>
            </a:pPr>
            <a:r>
              <a:rPr sz="1200" spc="-55" dirty="0">
                <a:latin typeface="Consolas"/>
                <a:cs typeface="Consolas"/>
              </a:rPr>
              <a:t>ls</a:t>
            </a:r>
            <a:r>
              <a:rPr sz="1200" spc="-135" dirty="0">
                <a:latin typeface="Consolas"/>
                <a:cs typeface="Consolas"/>
              </a:rPr>
              <a:t> </a:t>
            </a:r>
            <a:r>
              <a:rPr sz="1200" spc="-100" dirty="0">
                <a:latin typeface="Consolas"/>
                <a:cs typeface="Consolas"/>
              </a:rPr>
              <a:t>-</a:t>
            </a:r>
            <a:r>
              <a:rPr sz="1200" dirty="0">
                <a:latin typeface="Consolas"/>
                <a:cs typeface="Consolas"/>
              </a:rPr>
              <a:t>l</a:t>
            </a:r>
            <a:r>
              <a:rPr sz="1200" spc="-130" dirty="0">
                <a:latin typeface="Consolas"/>
                <a:cs typeface="Consolas"/>
              </a:rPr>
              <a:t> </a:t>
            </a:r>
            <a:r>
              <a:rPr sz="1200" spc="-85" dirty="0">
                <a:latin typeface="Consolas"/>
                <a:cs typeface="Consolas"/>
              </a:rPr>
              <a:t>/etc/*.conf</a:t>
            </a:r>
            <a:r>
              <a:rPr sz="1200" spc="-145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|</a:t>
            </a:r>
            <a:r>
              <a:rPr sz="1200" spc="-150" dirty="0">
                <a:latin typeface="Consolas"/>
                <a:cs typeface="Consolas"/>
              </a:rPr>
              <a:t> </a:t>
            </a:r>
            <a:r>
              <a:rPr sz="1200" spc="-60" dirty="0">
                <a:latin typeface="Consolas"/>
                <a:cs typeface="Consolas"/>
              </a:rPr>
              <a:t>awk</a:t>
            </a:r>
            <a:r>
              <a:rPr sz="1200" spc="-130" dirty="0">
                <a:latin typeface="Consolas"/>
                <a:cs typeface="Consolas"/>
              </a:rPr>
              <a:t> </a:t>
            </a:r>
            <a:r>
              <a:rPr sz="1200" spc="-55" dirty="0">
                <a:latin typeface="Consolas"/>
                <a:cs typeface="Consolas"/>
              </a:rPr>
              <a:t>‘{</a:t>
            </a:r>
            <a:r>
              <a:rPr sz="1200" spc="-130" dirty="0">
                <a:latin typeface="Consolas"/>
                <a:cs typeface="Consolas"/>
              </a:rPr>
              <a:t> </a:t>
            </a:r>
            <a:r>
              <a:rPr sz="1200" spc="-75" dirty="0">
                <a:latin typeface="Consolas"/>
                <a:cs typeface="Consolas"/>
              </a:rPr>
              <a:t>print</a:t>
            </a:r>
            <a:r>
              <a:rPr sz="1200" spc="-150" dirty="0">
                <a:latin typeface="Consolas"/>
                <a:cs typeface="Consolas"/>
              </a:rPr>
              <a:t> </a:t>
            </a:r>
            <a:r>
              <a:rPr sz="1200" spc="-75" dirty="0">
                <a:latin typeface="Consolas"/>
                <a:cs typeface="Consolas"/>
              </a:rPr>
              <a:t>“size</a:t>
            </a:r>
            <a:r>
              <a:rPr sz="1200" spc="-145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:</a:t>
            </a:r>
            <a:r>
              <a:rPr sz="1200" spc="-145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“</a:t>
            </a:r>
            <a:r>
              <a:rPr sz="1200" spc="-150" dirty="0">
                <a:latin typeface="Consolas"/>
                <a:cs typeface="Consolas"/>
              </a:rPr>
              <a:t> </a:t>
            </a:r>
            <a:r>
              <a:rPr sz="1200" spc="-50" dirty="0">
                <a:latin typeface="Consolas"/>
                <a:cs typeface="Consolas"/>
              </a:rPr>
              <a:t>$5</a:t>
            </a:r>
            <a:r>
              <a:rPr sz="1200" spc="-145" dirty="0">
                <a:latin typeface="Consolas"/>
                <a:cs typeface="Consolas"/>
              </a:rPr>
              <a:t> </a:t>
            </a:r>
            <a:r>
              <a:rPr sz="1200" spc="-50" dirty="0">
                <a:latin typeface="Consolas"/>
                <a:cs typeface="Consolas"/>
              </a:rPr>
              <a:t>“,</a:t>
            </a:r>
            <a:r>
              <a:rPr sz="1200" spc="-145" dirty="0">
                <a:latin typeface="Consolas"/>
                <a:cs typeface="Consolas"/>
              </a:rPr>
              <a:t> </a:t>
            </a:r>
            <a:r>
              <a:rPr sz="1200" spc="-70" dirty="0">
                <a:latin typeface="Consolas"/>
                <a:cs typeface="Consolas"/>
              </a:rPr>
              <a:t>name</a:t>
            </a:r>
            <a:r>
              <a:rPr sz="1200" spc="-150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:</a:t>
            </a:r>
            <a:r>
              <a:rPr sz="1200" spc="-130" dirty="0">
                <a:latin typeface="Consolas"/>
                <a:cs typeface="Consolas"/>
              </a:rPr>
              <a:t> </a:t>
            </a:r>
            <a:r>
              <a:rPr sz="1200" spc="-10" dirty="0">
                <a:latin typeface="Consolas"/>
                <a:cs typeface="Consolas"/>
              </a:rPr>
              <a:t>“</a:t>
            </a:r>
            <a:r>
              <a:rPr sz="1200" spc="-145" dirty="0">
                <a:latin typeface="Consolas"/>
                <a:cs typeface="Consolas"/>
              </a:rPr>
              <a:t> </a:t>
            </a:r>
            <a:r>
              <a:rPr sz="1200" spc="-20" dirty="0">
                <a:latin typeface="Consolas"/>
                <a:cs typeface="Consolas"/>
              </a:rPr>
              <a:t>$9}’</a:t>
            </a:r>
            <a:endParaRPr sz="1200">
              <a:latin typeface="Consolas"/>
              <a:cs typeface="Consolas"/>
            </a:endParaRPr>
          </a:p>
          <a:p>
            <a:pPr marL="160020" indent="-147320">
              <a:lnSpc>
                <a:spcPct val="100000"/>
              </a:lnSpc>
              <a:spcBef>
                <a:spcPts val="730"/>
              </a:spcBef>
              <a:buChar char="∙"/>
              <a:tabLst>
                <a:tab pos="160020" algn="l"/>
              </a:tabLst>
            </a:pPr>
            <a:r>
              <a:rPr sz="1200" spc="-55" dirty="0">
                <a:latin typeface="Consolas"/>
                <a:cs typeface="Consolas"/>
              </a:rPr>
              <a:t>ls</a:t>
            </a:r>
            <a:r>
              <a:rPr sz="1200" spc="-145" dirty="0">
                <a:latin typeface="Consolas"/>
                <a:cs typeface="Consolas"/>
              </a:rPr>
              <a:t> </a:t>
            </a:r>
            <a:r>
              <a:rPr sz="1200" spc="-100" dirty="0">
                <a:latin typeface="Consolas"/>
                <a:cs typeface="Consolas"/>
              </a:rPr>
              <a:t>-</a:t>
            </a:r>
            <a:r>
              <a:rPr sz="1200" dirty="0">
                <a:latin typeface="Consolas"/>
                <a:cs typeface="Consolas"/>
              </a:rPr>
              <a:t>l</a:t>
            </a:r>
            <a:r>
              <a:rPr sz="1200" spc="-170" dirty="0">
                <a:latin typeface="Consolas"/>
                <a:cs typeface="Consolas"/>
              </a:rPr>
              <a:t> </a:t>
            </a:r>
            <a:r>
              <a:rPr sz="1200" spc="-85" dirty="0">
                <a:latin typeface="Consolas"/>
                <a:cs typeface="Consolas"/>
              </a:rPr>
              <a:t>/etc/*.conf</a:t>
            </a:r>
            <a:r>
              <a:rPr sz="1200" spc="-110" dirty="0">
                <a:latin typeface="Consolas"/>
                <a:cs typeface="Consolas"/>
              </a:rPr>
              <a:t> </a:t>
            </a:r>
            <a:r>
              <a:rPr sz="1200" dirty="0">
                <a:latin typeface="맑은 고딕"/>
                <a:cs typeface="맑은 고딕"/>
              </a:rPr>
              <a:t>결과를</a:t>
            </a:r>
            <a:r>
              <a:rPr sz="1200" spc="-90" dirty="0">
                <a:latin typeface="맑은 고딕"/>
                <a:cs typeface="맑은 고딕"/>
              </a:rPr>
              <a:t> </a:t>
            </a:r>
            <a:r>
              <a:rPr sz="1200" spc="-70" dirty="0">
                <a:latin typeface="Consolas"/>
                <a:cs typeface="Consolas"/>
              </a:rPr>
              <a:t>awk</a:t>
            </a:r>
            <a:r>
              <a:rPr sz="1200" spc="-135" dirty="0">
                <a:latin typeface="Consolas"/>
                <a:cs typeface="Consolas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명령으로</a:t>
            </a:r>
            <a:r>
              <a:rPr sz="1200" dirty="0">
                <a:latin typeface="맑은 고딕"/>
                <a:cs typeface="맑은 고딕"/>
              </a:rPr>
              <a:t> 다시</a:t>
            </a:r>
            <a:r>
              <a:rPr sz="1200" spc="4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처리</a:t>
            </a:r>
            <a:endParaRPr sz="1200">
              <a:latin typeface="맑은 고딕"/>
              <a:cs typeface="맑은 고딕"/>
            </a:endParaRPr>
          </a:p>
          <a:p>
            <a:pPr marL="160020" indent="-147320">
              <a:lnSpc>
                <a:spcPct val="100000"/>
              </a:lnSpc>
              <a:spcBef>
                <a:spcPts val="720"/>
              </a:spcBef>
              <a:buChar char="∙"/>
              <a:tabLst>
                <a:tab pos="160020" algn="l"/>
              </a:tabLst>
            </a:pPr>
            <a:r>
              <a:rPr sz="1200" spc="-70" dirty="0">
                <a:latin typeface="Consolas"/>
                <a:cs typeface="Consolas"/>
              </a:rPr>
              <a:t>awk</a:t>
            </a:r>
            <a:r>
              <a:rPr sz="1200" spc="-130" dirty="0">
                <a:latin typeface="Consolas"/>
                <a:cs typeface="Consolas"/>
              </a:rPr>
              <a:t> </a:t>
            </a:r>
            <a:r>
              <a:rPr sz="1200" spc="-55" dirty="0">
                <a:latin typeface="Consolas"/>
                <a:cs typeface="Consolas"/>
              </a:rPr>
              <a:t>‘{</a:t>
            </a:r>
            <a:r>
              <a:rPr sz="1200" spc="-145" dirty="0">
                <a:latin typeface="Consolas"/>
                <a:cs typeface="Consolas"/>
              </a:rPr>
              <a:t> </a:t>
            </a:r>
            <a:r>
              <a:rPr sz="1200" spc="-75" dirty="0">
                <a:latin typeface="Consolas"/>
                <a:cs typeface="Consolas"/>
              </a:rPr>
              <a:t>print</a:t>
            </a:r>
            <a:r>
              <a:rPr sz="1200" spc="-135" dirty="0">
                <a:latin typeface="Consolas"/>
                <a:cs typeface="Consolas"/>
              </a:rPr>
              <a:t> </a:t>
            </a:r>
            <a:r>
              <a:rPr sz="1200" spc="-55" dirty="0">
                <a:latin typeface="Consolas"/>
                <a:cs typeface="Consolas"/>
              </a:rPr>
              <a:t>~~</a:t>
            </a:r>
            <a:r>
              <a:rPr sz="1200" spc="-145" dirty="0">
                <a:latin typeface="Consolas"/>
                <a:cs typeface="Consolas"/>
              </a:rPr>
              <a:t> </a:t>
            </a:r>
            <a:r>
              <a:rPr sz="1200" spc="-55" dirty="0">
                <a:latin typeface="Consolas"/>
                <a:cs typeface="Consolas"/>
              </a:rPr>
              <a:t>}’</a:t>
            </a:r>
            <a:r>
              <a:rPr sz="1200" spc="-145" dirty="0">
                <a:latin typeface="Consolas"/>
                <a:cs typeface="Consolas"/>
              </a:rPr>
              <a:t> </a:t>
            </a:r>
            <a:r>
              <a:rPr sz="1200" dirty="0">
                <a:latin typeface="맑은 고딕"/>
                <a:cs typeface="맑은 고딕"/>
              </a:rPr>
              <a:t>명령은</a:t>
            </a:r>
            <a:r>
              <a:rPr sz="1200" spc="-9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형식을</a:t>
            </a:r>
            <a:r>
              <a:rPr sz="1200" spc="-9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지정하여</a:t>
            </a:r>
            <a:r>
              <a:rPr sz="1200" spc="2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출력함</a:t>
            </a:r>
            <a:endParaRPr sz="1200">
              <a:latin typeface="맑은 고딕"/>
              <a:cs typeface="맑은 고딕"/>
            </a:endParaRPr>
          </a:p>
          <a:p>
            <a:pPr marL="160020" indent="-147320">
              <a:lnSpc>
                <a:spcPct val="100000"/>
              </a:lnSpc>
              <a:spcBef>
                <a:spcPts val="720"/>
              </a:spcBef>
              <a:buChar char="∙"/>
              <a:tabLst>
                <a:tab pos="160020" algn="l"/>
              </a:tabLst>
            </a:pPr>
            <a:r>
              <a:rPr sz="1200" spc="-80" dirty="0">
                <a:latin typeface="Consolas"/>
                <a:cs typeface="Consolas"/>
              </a:rPr>
              <a:t>size</a:t>
            </a:r>
            <a:r>
              <a:rPr sz="1200" spc="-135" dirty="0">
                <a:latin typeface="Consolas"/>
                <a:cs typeface="Consolas"/>
              </a:rPr>
              <a:t> </a:t>
            </a:r>
            <a:r>
              <a:rPr sz="1200" dirty="0">
                <a:latin typeface="Consolas"/>
                <a:cs typeface="Consolas"/>
              </a:rPr>
              <a:t>:</a:t>
            </a:r>
            <a:r>
              <a:rPr sz="1200" spc="-170" dirty="0">
                <a:latin typeface="Consolas"/>
                <a:cs typeface="Consolas"/>
              </a:rPr>
              <a:t> </a:t>
            </a:r>
            <a:r>
              <a:rPr sz="1200" dirty="0">
                <a:latin typeface="맑은 고딕"/>
                <a:cs typeface="맑은 고딕"/>
              </a:rPr>
              <a:t>이라고</a:t>
            </a:r>
            <a:r>
              <a:rPr sz="1200" spc="-9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먼저</a:t>
            </a:r>
            <a:r>
              <a:rPr sz="1200" spc="-2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출력하고</a:t>
            </a:r>
            <a:r>
              <a:rPr sz="1200" spc="30" dirty="0">
                <a:latin typeface="맑은 고딕"/>
                <a:cs typeface="맑은 고딕"/>
              </a:rPr>
              <a:t> </a:t>
            </a:r>
            <a:r>
              <a:rPr sz="1200" spc="-55" dirty="0">
                <a:latin typeface="Consolas"/>
                <a:cs typeface="Consolas"/>
              </a:rPr>
              <a:t>$5</a:t>
            </a:r>
            <a:r>
              <a:rPr sz="1200" spc="-145" dirty="0">
                <a:latin typeface="Consolas"/>
                <a:cs typeface="Consolas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출력</a:t>
            </a:r>
            <a:endParaRPr sz="1200">
              <a:latin typeface="맑은 고딕"/>
              <a:cs typeface="맑은 고딕"/>
            </a:endParaRPr>
          </a:p>
          <a:p>
            <a:pPr marL="160020" indent="-147320">
              <a:lnSpc>
                <a:spcPct val="100000"/>
              </a:lnSpc>
              <a:spcBef>
                <a:spcPts val="725"/>
              </a:spcBef>
              <a:buChar char="∙"/>
              <a:tabLst>
                <a:tab pos="160020" algn="l"/>
              </a:tabLst>
            </a:pPr>
            <a:r>
              <a:rPr sz="1200" dirty="0">
                <a:latin typeface="Consolas"/>
                <a:cs typeface="Consolas"/>
              </a:rPr>
              <a:t>$5</a:t>
            </a:r>
            <a:r>
              <a:rPr sz="1200" dirty="0">
                <a:latin typeface="맑은 고딕"/>
                <a:cs typeface="맑은 고딕"/>
              </a:rPr>
              <a:t>는</a:t>
            </a:r>
            <a:r>
              <a:rPr sz="1200" spc="-85" dirty="0">
                <a:latin typeface="맑은 고딕"/>
                <a:cs typeface="맑은 고딕"/>
              </a:rPr>
              <a:t> </a:t>
            </a:r>
            <a:r>
              <a:rPr sz="1200" spc="-55" dirty="0">
                <a:latin typeface="Consolas"/>
                <a:cs typeface="Consolas"/>
              </a:rPr>
              <a:t>ls</a:t>
            </a:r>
            <a:r>
              <a:rPr sz="1200" spc="-160" dirty="0">
                <a:latin typeface="Consolas"/>
                <a:cs typeface="Consolas"/>
              </a:rPr>
              <a:t> </a:t>
            </a:r>
            <a:r>
              <a:rPr sz="1200" spc="-100" dirty="0">
                <a:latin typeface="Consolas"/>
                <a:cs typeface="Consolas"/>
              </a:rPr>
              <a:t>-</a:t>
            </a:r>
            <a:r>
              <a:rPr sz="1200" dirty="0">
                <a:latin typeface="Consolas"/>
                <a:cs typeface="Consolas"/>
              </a:rPr>
              <a:t>l</a:t>
            </a:r>
            <a:r>
              <a:rPr sz="1200" spc="-165" dirty="0">
                <a:latin typeface="Consolas"/>
                <a:cs typeface="Consolas"/>
              </a:rPr>
              <a:t> </a:t>
            </a:r>
            <a:r>
              <a:rPr sz="1200" spc="-75" dirty="0">
                <a:latin typeface="Consolas"/>
                <a:cs typeface="Consolas"/>
              </a:rPr>
              <a:t>/etc/*.conf</a:t>
            </a:r>
            <a:r>
              <a:rPr sz="1200" spc="-75" dirty="0">
                <a:latin typeface="맑은 고딕"/>
                <a:cs typeface="맑은 고딕"/>
              </a:rPr>
              <a:t>에서</a:t>
            </a:r>
            <a:r>
              <a:rPr sz="1200" spc="-3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얻어진</a:t>
            </a:r>
            <a:r>
              <a:rPr sz="1200" spc="-90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출력에</a:t>
            </a:r>
            <a:r>
              <a:rPr sz="1200" spc="-9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대하여</a:t>
            </a:r>
            <a:r>
              <a:rPr sz="1200" spc="-7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띄어쓰기 </a:t>
            </a:r>
            <a:r>
              <a:rPr sz="1200" spc="-65" dirty="0">
                <a:latin typeface="Consolas"/>
                <a:cs typeface="Consolas"/>
              </a:rPr>
              <a:t>(blank)</a:t>
            </a:r>
            <a:r>
              <a:rPr sz="1200" spc="-65" dirty="0">
                <a:latin typeface="맑은 고딕"/>
                <a:cs typeface="맑은 고딕"/>
              </a:rPr>
              <a:t>를</a:t>
            </a:r>
            <a:r>
              <a:rPr sz="1200" spc="-5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기준으로</a:t>
            </a:r>
            <a:r>
              <a:rPr sz="1200" spc="-35" dirty="0">
                <a:latin typeface="맑은 고딕"/>
                <a:cs typeface="맑은 고딕"/>
              </a:rPr>
              <a:t> </a:t>
            </a:r>
            <a:r>
              <a:rPr sz="1200" dirty="0">
                <a:latin typeface="Consolas"/>
                <a:cs typeface="Consolas"/>
              </a:rPr>
              <a:t>5</a:t>
            </a:r>
            <a:r>
              <a:rPr sz="1200" dirty="0">
                <a:latin typeface="맑은 고딕"/>
                <a:cs typeface="맑은 고딕"/>
              </a:rPr>
              <a:t>번째</a:t>
            </a:r>
            <a:r>
              <a:rPr sz="1200" spc="-35" dirty="0">
                <a:latin typeface="맑은 고딕"/>
                <a:cs typeface="맑은 고딕"/>
              </a:rPr>
              <a:t> </a:t>
            </a:r>
            <a:r>
              <a:rPr sz="1200" dirty="0">
                <a:latin typeface="맑은 고딕"/>
                <a:cs typeface="맑은 고딕"/>
              </a:rPr>
              <a:t>항목을</a:t>
            </a:r>
            <a:r>
              <a:rPr sz="1200" spc="-40" dirty="0">
                <a:latin typeface="맑은 고딕"/>
                <a:cs typeface="맑은 고딕"/>
              </a:rPr>
              <a:t> </a:t>
            </a:r>
            <a:r>
              <a:rPr sz="1200" spc="-25" dirty="0">
                <a:latin typeface="맑은 고딕"/>
                <a:cs typeface="맑은 고딕"/>
              </a:rPr>
              <a:t>출력</a:t>
            </a:r>
            <a:endParaRPr sz="1200">
              <a:latin typeface="맑은 고딕"/>
              <a:cs typeface="맑은 고딕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65067" y="4428210"/>
            <a:ext cx="5600953" cy="195910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957317" y="6507886"/>
            <a:ext cx="2395855" cy="1612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dirty="0">
                <a:latin typeface="돋움"/>
                <a:cs typeface="돋움"/>
              </a:rPr>
              <a:t>ls</a:t>
            </a:r>
            <a:r>
              <a:rPr sz="850" spc="80" dirty="0">
                <a:latin typeface="돋움"/>
                <a:cs typeface="돋움"/>
              </a:rPr>
              <a:t> </a:t>
            </a:r>
            <a:r>
              <a:rPr sz="850" dirty="0">
                <a:latin typeface="돋움"/>
                <a:cs typeface="돋움"/>
              </a:rPr>
              <a:t>-l</a:t>
            </a:r>
            <a:r>
              <a:rPr sz="850" spc="95" dirty="0">
                <a:latin typeface="돋움"/>
                <a:cs typeface="돋움"/>
              </a:rPr>
              <a:t> </a:t>
            </a:r>
            <a:r>
              <a:rPr sz="850" dirty="0">
                <a:latin typeface="돋움"/>
                <a:cs typeface="돋움"/>
              </a:rPr>
              <a:t>/etc/*.conf</a:t>
            </a:r>
            <a:r>
              <a:rPr sz="850" spc="95" dirty="0">
                <a:latin typeface="돋움"/>
                <a:cs typeface="돋움"/>
              </a:rPr>
              <a:t> </a:t>
            </a:r>
            <a:r>
              <a:rPr sz="850" dirty="0">
                <a:latin typeface="맑은 고딕"/>
                <a:cs typeface="맑은 고딕"/>
              </a:rPr>
              <a:t>실행결과</a:t>
            </a:r>
            <a:r>
              <a:rPr sz="850" spc="75" dirty="0">
                <a:latin typeface="맑은 고딕"/>
                <a:cs typeface="맑은 고딕"/>
              </a:rPr>
              <a:t> </a:t>
            </a:r>
            <a:r>
              <a:rPr sz="850" dirty="0">
                <a:latin typeface="맑은 고딕"/>
                <a:cs typeface="맑은 고딕"/>
              </a:rPr>
              <a:t>및</a:t>
            </a:r>
            <a:r>
              <a:rPr sz="850" spc="75" dirty="0">
                <a:latin typeface="맑은 고딕"/>
                <a:cs typeface="맑은 고딕"/>
              </a:rPr>
              <a:t> </a:t>
            </a:r>
            <a:r>
              <a:rPr sz="850" dirty="0">
                <a:latin typeface="돋움"/>
                <a:cs typeface="돋움"/>
              </a:rPr>
              <a:t>awk</a:t>
            </a:r>
            <a:r>
              <a:rPr sz="850" dirty="0">
                <a:latin typeface="맑은 고딕"/>
                <a:cs typeface="맑은 고딕"/>
              </a:rPr>
              <a:t>의</a:t>
            </a:r>
            <a:r>
              <a:rPr sz="850" spc="45" dirty="0">
                <a:latin typeface="맑은 고딕"/>
                <a:cs typeface="맑은 고딕"/>
              </a:rPr>
              <a:t> </a:t>
            </a:r>
            <a:r>
              <a:rPr sz="850" dirty="0">
                <a:latin typeface="맑은 고딕"/>
                <a:cs typeface="맑은 고딕"/>
              </a:rPr>
              <a:t>인식</a:t>
            </a:r>
            <a:r>
              <a:rPr sz="850" spc="75" dirty="0">
                <a:latin typeface="맑은 고딕"/>
                <a:cs typeface="맑은 고딕"/>
              </a:rPr>
              <a:t> </a:t>
            </a:r>
            <a:r>
              <a:rPr sz="850" spc="-25" dirty="0">
                <a:latin typeface="맑은 고딕"/>
                <a:cs typeface="맑은 고딕"/>
              </a:rPr>
              <a:t>필드</a:t>
            </a:r>
            <a:endParaRPr sz="85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8879" y="3580891"/>
            <a:ext cx="4714240" cy="578485"/>
            <a:chOff x="3738879" y="3580891"/>
            <a:chExt cx="4714240" cy="578485"/>
          </a:xfrm>
        </p:grpSpPr>
        <p:sp>
          <p:nvSpPr>
            <p:cNvPr id="3" name="object 3"/>
            <p:cNvSpPr/>
            <p:nvPr/>
          </p:nvSpPr>
          <p:spPr>
            <a:xfrm>
              <a:off x="3738879" y="3580891"/>
              <a:ext cx="4714240" cy="578485"/>
            </a:xfrm>
            <a:custGeom>
              <a:avLst/>
              <a:gdLst/>
              <a:ahLst/>
              <a:cxnLst/>
              <a:rect l="l" t="t" r="r" b="b"/>
              <a:pathLst>
                <a:path w="4714240" h="578485">
                  <a:moveTo>
                    <a:pt x="4485132" y="0"/>
                  </a:moveTo>
                  <a:lnTo>
                    <a:pt x="229108" y="0"/>
                  </a:lnTo>
                  <a:lnTo>
                    <a:pt x="212800" y="1948"/>
                  </a:lnTo>
                  <a:lnTo>
                    <a:pt x="172974" y="28702"/>
                  </a:lnTo>
                  <a:lnTo>
                    <a:pt x="13335" y="248285"/>
                  </a:lnTo>
                  <a:lnTo>
                    <a:pt x="0" y="289179"/>
                  </a:lnTo>
                  <a:lnTo>
                    <a:pt x="13335" y="330073"/>
                  </a:lnTo>
                  <a:lnTo>
                    <a:pt x="172974" y="549783"/>
                  </a:lnTo>
                  <a:lnTo>
                    <a:pt x="212853" y="576411"/>
                  </a:lnTo>
                  <a:lnTo>
                    <a:pt x="229108" y="578358"/>
                  </a:lnTo>
                  <a:lnTo>
                    <a:pt x="4485132" y="578358"/>
                  </a:lnTo>
                  <a:lnTo>
                    <a:pt x="4530084" y="561802"/>
                  </a:lnTo>
                  <a:lnTo>
                    <a:pt x="4700905" y="330073"/>
                  </a:lnTo>
                  <a:lnTo>
                    <a:pt x="4714240" y="289179"/>
                  </a:lnTo>
                  <a:lnTo>
                    <a:pt x="4700905" y="248285"/>
                  </a:lnTo>
                  <a:lnTo>
                    <a:pt x="4541266" y="28702"/>
                  </a:lnTo>
                  <a:lnTo>
                    <a:pt x="4501439" y="1948"/>
                  </a:lnTo>
                  <a:lnTo>
                    <a:pt x="4485132" y="0"/>
                  </a:lnTo>
                  <a:close/>
                </a:path>
              </a:pathLst>
            </a:custGeom>
            <a:solidFill>
              <a:srgbClr val="0C6C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94402" y="3738498"/>
              <a:ext cx="2203450" cy="287020"/>
            </a:xfrm>
            <a:custGeom>
              <a:avLst/>
              <a:gdLst/>
              <a:ahLst/>
              <a:cxnLst/>
              <a:rect l="l" t="t" r="r" b="b"/>
              <a:pathLst>
                <a:path w="2203450" h="287020">
                  <a:moveTo>
                    <a:pt x="243205" y="261493"/>
                  </a:moveTo>
                  <a:lnTo>
                    <a:pt x="188849" y="246697"/>
                  </a:lnTo>
                  <a:lnTo>
                    <a:pt x="157581" y="224282"/>
                  </a:lnTo>
                  <a:lnTo>
                    <a:pt x="141097" y="183515"/>
                  </a:lnTo>
                  <a:lnTo>
                    <a:pt x="118872" y="183515"/>
                  </a:lnTo>
                  <a:lnTo>
                    <a:pt x="118872" y="190754"/>
                  </a:lnTo>
                  <a:lnTo>
                    <a:pt x="116852" y="202476"/>
                  </a:lnTo>
                  <a:lnTo>
                    <a:pt x="116776" y="202984"/>
                  </a:lnTo>
                  <a:lnTo>
                    <a:pt x="87757" y="236728"/>
                  </a:lnTo>
                  <a:lnTo>
                    <a:pt x="36334" y="258521"/>
                  </a:lnTo>
                  <a:lnTo>
                    <a:pt x="16764" y="261493"/>
                  </a:lnTo>
                  <a:lnTo>
                    <a:pt x="30734" y="280670"/>
                  </a:lnTo>
                  <a:lnTo>
                    <a:pt x="73075" y="268554"/>
                  </a:lnTo>
                  <a:lnTo>
                    <a:pt x="112941" y="243700"/>
                  </a:lnTo>
                  <a:lnTo>
                    <a:pt x="130175" y="224282"/>
                  </a:lnTo>
                  <a:lnTo>
                    <a:pt x="137287" y="233591"/>
                  </a:lnTo>
                  <a:lnTo>
                    <a:pt x="171831" y="259969"/>
                  </a:lnTo>
                  <a:lnTo>
                    <a:pt x="216027" y="277939"/>
                  </a:lnTo>
                  <a:lnTo>
                    <a:pt x="230632" y="280670"/>
                  </a:lnTo>
                  <a:lnTo>
                    <a:pt x="243205" y="261493"/>
                  </a:lnTo>
                  <a:close/>
                </a:path>
                <a:path w="2203450" h="287020">
                  <a:moveTo>
                    <a:pt x="266319" y="116713"/>
                  </a:moveTo>
                  <a:lnTo>
                    <a:pt x="220726" y="116713"/>
                  </a:lnTo>
                  <a:lnTo>
                    <a:pt x="221983" y="96964"/>
                  </a:lnTo>
                  <a:lnTo>
                    <a:pt x="222897" y="72364"/>
                  </a:lnTo>
                  <a:lnTo>
                    <a:pt x="223456" y="42964"/>
                  </a:lnTo>
                  <a:lnTo>
                    <a:pt x="223532" y="28702"/>
                  </a:lnTo>
                  <a:lnTo>
                    <a:pt x="223647" y="8763"/>
                  </a:lnTo>
                  <a:lnTo>
                    <a:pt x="44450" y="8763"/>
                  </a:lnTo>
                  <a:lnTo>
                    <a:pt x="44450" y="28702"/>
                  </a:lnTo>
                  <a:lnTo>
                    <a:pt x="201422" y="28702"/>
                  </a:lnTo>
                  <a:lnTo>
                    <a:pt x="201345" y="42964"/>
                  </a:lnTo>
                  <a:lnTo>
                    <a:pt x="201269" y="57924"/>
                  </a:lnTo>
                  <a:lnTo>
                    <a:pt x="200812" y="82334"/>
                  </a:lnTo>
                  <a:lnTo>
                    <a:pt x="200025" y="101930"/>
                  </a:lnTo>
                  <a:lnTo>
                    <a:pt x="198882" y="116713"/>
                  </a:lnTo>
                  <a:lnTo>
                    <a:pt x="0" y="116713"/>
                  </a:lnTo>
                  <a:lnTo>
                    <a:pt x="0" y="136398"/>
                  </a:lnTo>
                  <a:lnTo>
                    <a:pt x="119507" y="136398"/>
                  </a:lnTo>
                  <a:lnTo>
                    <a:pt x="119507" y="172466"/>
                  </a:lnTo>
                  <a:lnTo>
                    <a:pt x="141605" y="172466"/>
                  </a:lnTo>
                  <a:lnTo>
                    <a:pt x="141605" y="136398"/>
                  </a:lnTo>
                  <a:lnTo>
                    <a:pt x="266319" y="136398"/>
                  </a:lnTo>
                  <a:lnTo>
                    <a:pt x="266319" y="116713"/>
                  </a:lnTo>
                  <a:close/>
                </a:path>
                <a:path w="2203450" h="287020">
                  <a:moveTo>
                    <a:pt x="460248" y="21590"/>
                  </a:moveTo>
                  <a:lnTo>
                    <a:pt x="438277" y="21590"/>
                  </a:lnTo>
                  <a:lnTo>
                    <a:pt x="438277" y="98298"/>
                  </a:lnTo>
                  <a:lnTo>
                    <a:pt x="438277" y="117983"/>
                  </a:lnTo>
                  <a:lnTo>
                    <a:pt x="438277" y="188976"/>
                  </a:lnTo>
                  <a:lnTo>
                    <a:pt x="344932" y="188976"/>
                  </a:lnTo>
                  <a:lnTo>
                    <a:pt x="344932" y="117983"/>
                  </a:lnTo>
                  <a:lnTo>
                    <a:pt x="438277" y="117983"/>
                  </a:lnTo>
                  <a:lnTo>
                    <a:pt x="438277" y="98298"/>
                  </a:lnTo>
                  <a:lnTo>
                    <a:pt x="344932" y="98298"/>
                  </a:lnTo>
                  <a:lnTo>
                    <a:pt x="344932" y="21590"/>
                  </a:lnTo>
                  <a:lnTo>
                    <a:pt x="323088" y="21590"/>
                  </a:lnTo>
                  <a:lnTo>
                    <a:pt x="323088" y="208788"/>
                  </a:lnTo>
                  <a:lnTo>
                    <a:pt x="460248" y="208788"/>
                  </a:lnTo>
                  <a:lnTo>
                    <a:pt x="460248" y="188976"/>
                  </a:lnTo>
                  <a:lnTo>
                    <a:pt x="460248" y="117983"/>
                  </a:lnTo>
                  <a:lnTo>
                    <a:pt x="460248" y="98298"/>
                  </a:lnTo>
                  <a:lnTo>
                    <a:pt x="460248" y="21590"/>
                  </a:lnTo>
                  <a:close/>
                </a:path>
                <a:path w="2203450" h="287020">
                  <a:moveTo>
                    <a:pt x="577850" y="115189"/>
                  </a:moveTo>
                  <a:lnTo>
                    <a:pt x="528193" y="115189"/>
                  </a:lnTo>
                  <a:lnTo>
                    <a:pt x="528193" y="0"/>
                  </a:lnTo>
                  <a:lnTo>
                    <a:pt x="505968" y="0"/>
                  </a:lnTo>
                  <a:lnTo>
                    <a:pt x="505968" y="287020"/>
                  </a:lnTo>
                  <a:lnTo>
                    <a:pt x="528193" y="287020"/>
                  </a:lnTo>
                  <a:lnTo>
                    <a:pt x="528193" y="135001"/>
                  </a:lnTo>
                  <a:lnTo>
                    <a:pt x="577850" y="135001"/>
                  </a:lnTo>
                  <a:lnTo>
                    <a:pt x="577850" y="115189"/>
                  </a:lnTo>
                  <a:close/>
                </a:path>
                <a:path w="2203450" h="287020">
                  <a:moveTo>
                    <a:pt x="772668" y="116713"/>
                  </a:moveTo>
                  <a:lnTo>
                    <a:pt x="767613" y="75882"/>
                  </a:lnTo>
                  <a:lnTo>
                    <a:pt x="750697" y="43116"/>
                  </a:lnTo>
                  <a:lnTo>
                    <a:pt x="750697" y="116713"/>
                  </a:lnTo>
                  <a:lnTo>
                    <a:pt x="749769" y="133413"/>
                  </a:lnTo>
                  <a:lnTo>
                    <a:pt x="736092" y="173228"/>
                  </a:lnTo>
                  <a:lnTo>
                    <a:pt x="699135" y="194818"/>
                  </a:lnTo>
                  <a:lnTo>
                    <a:pt x="688314" y="193471"/>
                  </a:lnTo>
                  <a:lnTo>
                    <a:pt x="655789" y="161683"/>
                  </a:lnTo>
                  <a:lnTo>
                    <a:pt x="647700" y="116713"/>
                  </a:lnTo>
                  <a:lnTo>
                    <a:pt x="648576" y="99898"/>
                  </a:lnTo>
                  <a:lnTo>
                    <a:pt x="661924" y="60071"/>
                  </a:lnTo>
                  <a:lnTo>
                    <a:pt x="699135" y="38735"/>
                  </a:lnTo>
                  <a:lnTo>
                    <a:pt x="710158" y="40068"/>
                  </a:lnTo>
                  <a:lnTo>
                    <a:pt x="742696" y="71602"/>
                  </a:lnTo>
                  <a:lnTo>
                    <a:pt x="750697" y="116713"/>
                  </a:lnTo>
                  <a:lnTo>
                    <a:pt x="750697" y="43116"/>
                  </a:lnTo>
                  <a:lnTo>
                    <a:pt x="714870" y="20548"/>
                  </a:lnTo>
                  <a:lnTo>
                    <a:pt x="699135" y="18923"/>
                  </a:lnTo>
                  <a:lnTo>
                    <a:pt x="683374" y="20548"/>
                  </a:lnTo>
                  <a:lnTo>
                    <a:pt x="646049" y="44958"/>
                  </a:lnTo>
                  <a:lnTo>
                    <a:pt x="627341" y="95072"/>
                  </a:lnTo>
                  <a:lnTo>
                    <a:pt x="626110" y="116713"/>
                  </a:lnTo>
                  <a:lnTo>
                    <a:pt x="627367" y="138049"/>
                  </a:lnTo>
                  <a:lnTo>
                    <a:pt x="642886" y="182664"/>
                  </a:lnTo>
                  <a:lnTo>
                    <a:pt x="683590" y="212991"/>
                  </a:lnTo>
                  <a:lnTo>
                    <a:pt x="683717" y="212991"/>
                  </a:lnTo>
                  <a:lnTo>
                    <a:pt x="699135" y="214630"/>
                  </a:lnTo>
                  <a:lnTo>
                    <a:pt x="714806" y="212991"/>
                  </a:lnTo>
                  <a:lnTo>
                    <a:pt x="728878" y="208064"/>
                  </a:lnTo>
                  <a:lnTo>
                    <a:pt x="741387" y="199847"/>
                  </a:lnTo>
                  <a:lnTo>
                    <a:pt x="746175" y="194818"/>
                  </a:lnTo>
                  <a:lnTo>
                    <a:pt x="752348" y="188341"/>
                  </a:lnTo>
                  <a:lnTo>
                    <a:pt x="761250" y="174015"/>
                  </a:lnTo>
                  <a:lnTo>
                    <a:pt x="767600" y="157289"/>
                  </a:lnTo>
                  <a:lnTo>
                    <a:pt x="771398" y="138201"/>
                  </a:lnTo>
                  <a:lnTo>
                    <a:pt x="772668" y="116713"/>
                  </a:lnTo>
                  <a:close/>
                </a:path>
                <a:path w="2203450" h="287020">
                  <a:moveTo>
                    <a:pt x="848233" y="0"/>
                  </a:moveTo>
                  <a:lnTo>
                    <a:pt x="826008" y="0"/>
                  </a:lnTo>
                  <a:lnTo>
                    <a:pt x="826008" y="287020"/>
                  </a:lnTo>
                  <a:lnTo>
                    <a:pt x="848233" y="287020"/>
                  </a:lnTo>
                  <a:lnTo>
                    <a:pt x="848233" y="0"/>
                  </a:lnTo>
                  <a:close/>
                </a:path>
                <a:path w="2203450" h="287020">
                  <a:moveTo>
                    <a:pt x="1260729" y="27305"/>
                  </a:moveTo>
                  <a:lnTo>
                    <a:pt x="1050798" y="27305"/>
                  </a:lnTo>
                  <a:lnTo>
                    <a:pt x="1050798" y="47117"/>
                  </a:lnTo>
                  <a:lnTo>
                    <a:pt x="1260729" y="47117"/>
                  </a:lnTo>
                  <a:lnTo>
                    <a:pt x="1260729" y="27305"/>
                  </a:lnTo>
                  <a:close/>
                </a:path>
                <a:path w="2203450" h="287020">
                  <a:moveTo>
                    <a:pt x="1264285" y="143002"/>
                  </a:moveTo>
                  <a:lnTo>
                    <a:pt x="1215771" y="143002"/>
                  </a:lnTo>
                  <a:lnTo>
                    <a:pt x="1220089" y="62230"/>
                  </a:lnTo>
                  <a:lnTo>
                    <a:pt x="1198118" y="62230"/>
                  </a:lnTo>
                  <a:lnTo>
                    <a:pt x="1193927" y="143002"/>
                  </a:lnTo>
                  <a:lnTo>
                    <a:pt x="1117092" y="143002"/>
                  </a:lnTo>
                  <a:lnTo>
                    <a:pt x="1113409" y="62230"/>
                  </a:lnTo>
                  <a:lnTo>
                    <a:pt x="1091438" y="62230"/>
                  </a:lnTo>
                  <a:lnTo>
                    <a:pt x="1094994" y="143002"/>
                  </a:lnTo>
                  <a:lnTo>
                    <a:pt x="1047242" y="143002"/>
                  </a:lnTo>
                  <a:lnTo>
                    <a:pt x="1047242" y="162560"/>
                  </a:lnTo>
                  <a:lnTo>
                    <a:pt x="1264285" y="162560"/>
                  </a:lnTo>
                  <a:lnTo>
                    <a:pt x="1264285" y="143002"/>
                  </a:lnTo>
                  <a:close/>
                </a:path>
                <a:path w="2203450" h="287020">
                  <a:moveTo>
                    <a:pt x="1288923" y="221615"/>
                  </a:moveTo>
                  <a:lnTo>
                    <a:pt x="1022604" y="221615"/>
                  </a:lnTo>
                  <a:lnTo>
                    <a:pt x="1022604" y="241427"/>
                  </a:lnTo>
                  <a:lnTo>
                    <a:pt x="1288923" y="241427"/>
                  </a:lnTo>
                  <a:lnTo>
                    <a:pt x="1288923" y="221615"/>
                  </a:lnTo>
                  <a:close/>
                </a:path>
                <a:path w="2203450" h="287020">
                  <a:moveTo>
                    <a:pt x="1593723" y="225552"/>
                  </a:moveTo>
                  <a:lnTo>
                    <a:pt x="1471930" y="225552"/>
                  </a:lnTo>
                  <a:lnTo>
                    <a:pt x="1471930" y="173355"/>
                  </a:lnTo>
                  <a:lnTo>
                    <a:pt x="1560576" y="173355"/>
                  </a:lnTo>
                  <a:lnTo>
                    <a:pt x="1560576" y="153543"/>
                  </a:lnTo>
                  <a:lnTo>
                    <a:pt x="1390142" y="153543"/>
                  </a:lnTo>
                  <a:lnTo>
                    <a:pt x="1390142" y="106045"/>
                  </a:lnTo>
                  <a:lnTo>
                    <a:pt x="1552194" y="106045"/>
                  </a:lnTo>
                  <a:lnTo>
                    <a:pt x="1552194" y="25019"/>
                  </a:lnTo>
                  <a:lnTo>
                    <a:pt x="1368171" y="25019"/>
                  </a:lnTo>
                  <a:lnTo>
                    <a:pt x="1368171" y="44450"/>
                  </a:lnTo>
                  <a:lnTo>
                    <a:pt x="1530096" y="44450"/>
                  </a:lnTo>
                  <a:lnTo>
                    <a:pt x="1530096" y="86868"/>
                  </a:lnTo>
                  <a:lnTo>
                    <a:pt x="1367536" y="86868"/>
                  </a:lnTo>
                  <a:lnTo>
                    <a:pt x="1367536" y="173355"/>
                  </a:lnTo>
                  <a:lnTo>
                    <a:pt x="1449578" y="173355"/>
                  </a:lnTo>
                  <a:lnTo>
                    <a:pt x="1449578" y="225552"/>
                  </a:lnTo>
                  <a:lnTo>
                    <a:pt x="1327404" y="225552"/>
                  </a:lnTo>
                  <a:lnTo>
                    <a:pt x="1327404" y="245364"/>
                  </a:lnTo>
                  <a:lnTo>
                    <a:pt x="1593723" y="245364"/>
                  </a:lnTo>
                  <a:lnTo>
                    <a:pt x="1593723" y="225552"/>
                  </a:lnTo>
                  <a:close/>
                </a:path>
                <a:path w="2203450" h="287020">
                  <a:moveTo>
                    <a:pt x="1778508" y="130810"/>
                  </a:moveTo>
                  <a:lnTo>
                    <a:pt x="1744941" y="105689"/>
                  </a:lnTo>
                  <a:lnTo>
                    <a:pt x="1722551" y="68668"/>
                  </a:lnTo>
                  <a:lnTo>
                    <a:pt x="1718183" y="41783"/>
                  </a:lnTo>
                  <a:lnTo>
                    <a:pt x="1718183" y="34036"/>
                  </a:lnTo>
                  <a:lnTo>
                    <a:pt x="1770634" y="34036"/>
                  </a:lnTo>
                  <a:lnTo>
                    <a:pt x="1770634" y="13970"/>
                  </a:lnTo>
                  <a:lnTo>
                    <a:pt x="1644650" y="13970"/>
                  </a:lnTo>
                  <a:lnTo>
                    <a:pt x="1644650" y="34036"/>
                  </a:lnTo>
                  <a:lnTo>
                    <a:pt x="1696466" y="34036"/>
                  </a:lnTo>
                  <a:lnTo>
                    <a:pt x="1696466" y="41783"/>
                  </a:lnTo>
                  <a:lnTo>
                    <a:pt x="1695450" y="55410"/>
                  </a:lnTo>
                  <a:lnTo>
                    <a:pt x="1695361" y="56629"/>
                  </a:lnTo>
                  <a:lnTo>
                    <a:pt x="1692097" y="71043"/>
                  </a:lnTo>
                  <a:lnTo>
                    <a:pt x="1669719" y="111226"/>
                  </a:lnTo>
                  <a:lnTo>
                    <a:pt x="1634490" y="139319"/>
                  </a:lnTo>
                  <a:lnTo>
                    <a:pt x="1650746" y="154432"/>
                  </a:lnTo>
                  <a:lnTo>
                    <a:pt x="1685544" y="122428"/>
                  </a:lnTo>
                  <a:lnTo>
                    <a:pt x="1707769" y="84328"/>
                  </a:lnTo>
                  <a:lnTo>
                    <a:pt x="1711744" y="92354"/>
                  </a:lnTo>
                  <a:lnTo>
                    <a:pt x="1739709" y="127838"/>
                  </a:lnTo>
                  <a:lnTo>
                    <a:pt x="1763903" y="146812"/>
                  </a:lnTo>
                  <a:lnTo>
                    <a:pt x="1778508" y="130810"/>
                  </a:lnTo>
                  <a:close/>
                </a:path>
                <a:path w="2203450" h="287020">
                  <a:moveTo>
                    <a:pt x="1824101" y="5842"/>
                  </a:moveTo>
                  <a:lnTo>
                    <a:pt x="1802257" y="5842"/>
                  </a:lnTo>
                  <a:lnTo>
                    <a:pt x="1802257" y="63119"/>
                  </a:lnTo>
                  <a:lnTo>
                    <a:pt x="1755521" y="63119"/>
                  </a:lnTo>
                  <a:lnTo>
                    <a:pt x="1755521" y="82931"/>
                  </a:lnTo>
                  <a:lnTo>
                    <a:pt x="1802257" y="82931"/>
                  </a:lnTo>
                  <a:lnTo>
                    <a:pt x="1802257" y="162814"/>
                  </a:lnTo>
                  <a:lnTo>
                    <a:pt x="1824101" y="162814"/>
                  </a:lnTo>
                  <a:lnTo>
                    <a:pt x="1824101" y="5842"/>
                  </a:lnTo>
                  <a:close/>
                </a:path>
                <a:path w="2203450" h="287020">
                  <a:moveTo>
                    <a:pt x="1875917" y="178562"/>
                  </a:moveTo>
                  <a:lnTo>
                    <a:pt x="1689227" y="178562"/>
                  </a:lnTo>
                  <a:lnTo>
                    <a:pt x="1689227" y="198374"/>
                  </a:lnTo>
                  <a:lnTo>
                    <a:pt x="1853819" y="198374"/>
                  </a:lnTo>
                  <a:lnTo>
                    <a:pt x="1853819" y="287020"/>
                  </a:lnTo>
                  <a:lnTo>
                    <a:pt x="1875917" y="287020"/>
                  </a:lnTo>
                  <a:lnTo>
                    <a:pt x="1875917" y="178562"/>
                  </a:lnTo>
                  <a:close/>
                </a:path>
                <a:path w="2203450" h="287020">
                  <a:moveTo>
                    <a:pt x="1875917" y="0"/>
                  </a:moveTo>
                  <a:lnTo>
                    <a:pt x="1853819" y="0"/>
                  </a:lnTo>
                  <a:lnTo>
                    <a:pt x="1853819" y="162814"/>
                  </a:lnTo>
                  <a:lnTo>
                    <a:pt x="1875917" y="162814"/>
                  </a:lnTo>
                  <a:lnTo>
                    <a:pt x="1875917" y="0"/>
                  </a:lnTo>
                  <a:close/>
                </a:path>
                <a:path w="2203450" h="287020">
                  <a:moveTo>
                    <a:pt x="2166747" y="148082"/>
                  </a:moveTo>
                  <a:lnTo>
                    <a:pt x="2001901" y="148082"/>
                  </a:lnTo>
                  <a:lnTo>
                    <a:pt x="2001901" y="108712"/>
                  </a:lnTo>
                  <a:lnTo>
                    <a:pt x="2153920" y="108712"/>
                  </a:lnTo>
                  <a:lnTo>
                    <a:pt x="2153920" y="89027"/>
                  </a:lnTo>
                  <a:lnTo>
                    <a:pt x="2001901" y="89027"/>
                  </a:lnTo>
                  <a:lnTo>
                    <a:pt x="2001901" y="47498"/>
                  </a:lnTo>
                  <a:lnTo>
                    <a:pt x="2162175" y="47498"/>
                  </a:lnTo>
                  <a:lnTo>
                    <a:pt x="2162175" y="27940"/>
                  </a:lnTo>
                  <a:lnTo>
                    <a:pt x="1979930" y="27940"/>
                  </a:lnTo>
                  <a:lnTo>
                    <a:pt x="1979930" y="167894"/>
                  </a:lnTo>
                  <a:lnTo>
                    <a:pt x="2166747" y="167894"/>
                  </a:lnTo>
                  <a:lnTo>
                    <a:pt x="2166747" y="148082"/>
                  </a:lnTo>
                  <a:close/>
                </a:path>
                <a:path w="2203450" h="287020">
                  <a:moveTo>
                    <a:pt x="2203323" y="222123"/>
                  </a:moveTo>
                  <a:lnTo>
                    <a:pt x="1937004" y="222123"/>
                  </a:lnTo>
                  <a:lnTo>
                    <a:pt x="1937004" y="241935"/>
                  </a:lnTo>
                  <a:lnTo>
                    <a:pt x="2203323" y="241935"/>
                  </a:lnTo>
                  <a:lnTo>
                    <a:pt x="2203323" y="2221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534028" y="2818764"/>
            <a:ext cx="1566545" cy="527050"/>
          </a:xfrm>
          <a:custGeom>
            <a:avLst/>
            <a:gdLst/>
            <a:ahLst/>
            <a:cxnLst/>
            <a:rect l="l" t="t" r="r" b="b"/>
            <a:pathLst>
              <a:path w="1566545" h="527050">
                <a:moveTo>
                  <a:pt x="1048766" y="402209"/>
                </a:moveTo>
                <a:lnTo>
                  <a:pt x="559816" y="402209"/>
                </a:lnTo>
                <a:lnTo>
                  <a:pt x="559816" y="438531"/>
                </a:lnTo>
                <a:lnTo>
                  <a:pt x="1048766" y="438531"/>
                </a:lnTo>
                <a:lnTo>
                  <a:pt x="1048766" y="402209"/>
                </a:lnTo>
                <a:close/>
              </a:path>
              <a:path w="1566545" h="527050">
                <a:moveTo>
                  <a:pt x="1566545" y="326136"/>
                </a:moveTo>
                <a:lnTo>
                  <a:pt x="1236599" y="326136"/>
                </a:lnTo>
                <a:lnTo>
                  <a:pt x="1236599" y="512318"/>
                </a:lnTo>
                <a:lnTo>
                  <a:pt x="1566545" y="512318"/>
                </a:lnTo>
                <a:lnTo>
                  <a:pt x="1566545" y="476504"/>
                </a:lnTo>
                <a:lnTo>
                  <a:pt x="1276985" y="476504"/>
                </a:lnTo>
                <a:lnTo>
                  <a:pt x="1276985" y="361823"/>
                </a:lnTo>
                <a:lnTo>
                  <a:pt x="1566545" y="361823"/>
                </a:lnTo>
                <a:lnTo>
                  <a:pt x="1566545" y="326136"/>
                </a:lnTo>
                <a:close/>
              </a:path>
              <a:path w="1566545" h="527050">
                <a:moveTo>
                  <a:pt x="1566545" y="361823"/>
                </a:moveTo>
                <a:lnTo>
                  <a:pt x="1526413" y="361823"/>
                </a:lnTo>
                <a:lnTo>
                  <a:pt x="1526413" y="476504"/>
                </a:lnTo>
                <a:lnTo>
                  <a:pt x="1566545" y="476504"/>
                </a:lnTo>
                <a:lnTo>
                  <a:pt x="1566545" y="361823"/>
                </a:lnTo>
                <a:close/>
              </a:path>
              <a:path w="1566545" h="527050">
                <a:moveTo>
                  <a:pt x="824992" y="42545"/>
                </a:moveTo>
                <a:lnTo>
                  <a:pt x="782955" y="42545"/>
                </a:lnTo>
                <a:lnTo>
                  <a:pt x="782955" y="70485"/>
                </a:lnTo>
                <a:lnTo>
                  <a:pt x="779545" y="95180"/>
                </a:lnTo>
                <a:lnTo>
                  <a:pt x="752090" y="147173"/>
                </a:lnTo>
                <a:lnTo>
                  <a:pt x="698480" y="199554"/>
                </a:lnTo>
                <a:lnTo>
                  <a:pt x="663956" y="220424"/>
                </a:lnTo>
                <a:lnTo>
                  <a:pt x="624669" y="236841"/>
                </a:lnTo>
                <a:lnTo>
                  <a:pt x="580644" y="248793"/>
                </a:lnTo>
                <a:lnTo>
                  <a:pt x="608457" y="281305"/>
                </a:lnTo>
                <a:lnTo>
                  <a:pt x="670179" y="257794"/>
                </a:lnTo>
                <a:lnTo>
                  <a:pt x="728091" y="221614"/>
                </a:lnTo>
                <a:lnTo>
                  <a:pt x="774985" y="179228"/>
                </a:lnTo>
                <a:lnTo>
                  <a:pt x="803783" y="137033"/>
                </a:lnTo>
                <a:lnTo>
                  <a:pt x="849538" y="137033"/>
                </a:lnTo>
                <a:lnTo>
                  <a:pt x="838898" y="121031"/>
                </a:lnTo>
                <a:lnTo>
                  <a:pt x="828468" y="95460"/>
                </a:lnTo>
                <a:lnTo>
                  <a:pt x="824992" y="70485"/>
                </a:lnTo>
                <a:lnTo>
                  <a:pt x="824992" y="42545"/>
                </a:lnTo>
                <a:close/>
              </a:path>
              <a:path w="1566545" h="527050">
                <a:moveTo>
                  <a:pt x="849538" y="137033"/>
                </a:moveTo>
                <a:lnTo>
                  <a:pt x="803783" y="137033"/>
                </a:lnTo>
                <a:lnTo>
                  <a:pt x="815945" y="157464"/>
                </a:lnTo>
                <a:lnTo>
                  <a:pt x="853839" y="198725"/>
                </a:lnTo>
                <a:lnTo>
                  <a:pt x="907559" y="238738"/>
                </a:lnTo>
                <a:lnTo>
                  <a:pt x="967428" y="269460"/>
                </a:lnTo>
                <a:lnTo>
                  <a:pt x="998982" y="280797"/>
                </a:lnTo>
                <a:lnTo>
                  <a:pt x="1027938" y="248285"/>
                </a:lnTo>
                <a:lnTo>
                  <a:pt x="984309" y="235924"/>
                </a:lnTo>
                <a:lnTo>
                  <a:pt x="945229" y="219408"/>
                </a:lnTo>
                <a:lnTo>
                  <a:pt x="910673" y="198725"/>
                </a:lnTo>
                <a:lnTo>
                  <a:pt x="880618" y="173862"/>
                </a:lnTo>
                <a:lnTo>
                  <a:pt x="856281" y="147173"/>
                </a:lnTo>
                <a:lnTo>
                  <a:pt x="849538" y="137033"/>
                </a:lnTo>
                <a:close/>
              </a:path>
              <a:path w="1566545" h="527050">
                <a:moveTo>
                  <a:pt x="182499" y="36322"/>
                </a:moveTo>
                <a:lnTo>
                  <a:pt x="141986" y="36322"/>
                </a:lnTo>
                <a:lnTo>
                  <a:pt x="141986" y="122555"/>
                </a:lnTo>
                <a:lnTo>
                  <a:pt x="139580" y="157632"/>
                </a:lnTo>
                <a:lnTo>
                  <a:pt x="120340" y="226835"/>
                </a:lnTo>
                <a:lnTo>
                  <a:pt x="82599" y="293391"/>
                </a:lnTo>
                <a:lnTo>
                  <a:pt x="30835" y="349156"/>
                </a:lnTo>
                <a:lnTo>
                  <a:pt x="0" y="372490"/>
                </a:lnTo>
                <a:lnTo>
                  <a:pt x="31369" y="399796"/>
                </a:lnTo>
                <a:lnTo>
                  <a:pt x="73739" y="361314"/>
                </a:lnTo>
                <a:lnTo>
                  <a:pt x="112775" y="314071"/>
                </a:lnTo>
                <a:lnTo>
                  <a:pt x="144033" y="264715"/>
                </a:lnTo>
                <a:lnTo>
                  <a:pt x="162813" y="219837"/>
                </a:lnTo>
                <a:lnTo>
                  <a:pt x="203365" y="219837"/>
                </a:lnTo>
                <a:lnTo>
                  <a:pt x="192024" y="188214"/>
                </a:lnTo>
                <a:lnTo>
                  <a:pt x="184880" y="154634"/>
                </a:lnTo>
                <a:lnTo>
                  <a:pt x="182499" y="120650"/>
                </a:lnTo>
                <a:lnTo>
                  <a:pt x="182499" y="36322"/>
                </a:lnTo>
                <a:close/>
              </a:path>
              <a:path w="1566545" h="527050">
                <a:moveTo>
                  <a:pt x="203365" y="219837"/>
                </a:moveTo>
                <a:lnTo>
                  <a:pt x="162813" y="219837"/>
                </a:lnTo>
                <a:lnTo>
                  <a:pt x="169741" y="239291"/>
                </a:lnTo>
                <a:lnTo>
                  <a:pt x="194264" y="283487"/>
                </a:lnTo>
                <a:lnTo>
                  <a:pt x="231507" y="332704"/>
                </a:lnTo>
                <a:lnTo>
                  <a:pt x="272897" y="375273"/>
                </a:lnTo>
                <a:lnTo>
                  <a:pt x="294640" y="393319"/>
                </a:lnTo>
                <a:lnTo>
                  <a:pt x="323342" y="361314"/>
                </a:lnTo>
                <a:lnTo>
                  <a:pt x="292643" y="338978"/>
                </a:lnTo>
                <a:lnTo>
                  <a:pt x="265302" y="313689"/>
                </a:lnTo>
                <a:lnTo>
                  <a:pt x="241296" y="285448"/>
                </a:lnTo>
                <a:lnTo>
                  <a:pt x="220599" y="254254"/>
                </a:lnTo>
                <a:lnTo>
                  <a:pt x="203930" y="221412"/>
                </a:lnTo>
                <a:lnTo>
                  <a:pt x="203365" y="219837"/>
                </a:lnTo>
                <a:close/>
              </a:path>
              <a:path w="1566545" h="527050">
                <a:moveTo>
                  <a:pt x="1471422" y="10668"/>
                </a:moveTo>
                <a:lnTo>
                  <a:pt x="1431290" y="10668"/>
                </a:lnTo>
                <a:lnTo>
                  <a:pt x="1431290" y="132461"/>
                </a:lnTo>
                <a:lnTo>
                  <a:pt x="1359281" y="132461"/>
                </a:lnTo>
                <a:lnTo>
                  <a:pt x="1359281" y="168783"/>
                </a:lnTo>
                <a:lnTo>
                  <a:pt x="1431290" y="168783"/>
                </a:lnTo>
                <a:lnTo>
                  <a:pt x="1431290" y="296799"/>
                </a:lnTo>
                <a:lnTo>
                  <a:pt x="1471422" y="296799"/>
                </a:lnTo>
                <a:lnTo>
                  <a:pt x="1471422" y="10668"/>
                </a:lnTo>
                <a:close/>
              </a:path>
              <a:path w="1566545" h="527050">
                <a:moveTo>
                  <a:pt x="1370457" y="26797"/>
                </a:moveTo>
                <a:lnTo>
                  <a:pt x="1168908" y="26797"/>
                </a:lnTo>
                <a:lnTo>
                  <a:pt x="1168908" y="278511"/>
                </a:lnTo>
                <a:lnTo>
                  <a:pt x="1233939" y="278153"/>
                </a:lnTo>
                <a:lnTo>
                  <a:pt x="1290923" y="277082"/>
                </a:lnTo>
                <a:lnTo>
                  <a:pt x="1339857" y="275296"/>
                </a:lnTo>
                <a:lnTo>
                  <a:pt x="1380744" y="272796"/>
                </a:lnTo>
                <a:lnTo>
                  <a:pt x="1378512" y="242824"/>
                </a:lnTo>
                <a:lnTo>
                  <a:pt x="1209294" y="242824"/>
                </a:lnTo>
                <a:lnTo>
                  <a:pt x="1209294" y="172338"/>
                </a:lnTo>
                <a:lnTo>
                  <a:pt x="1326134" y="172338"/>
                </a:lnTo>
                <a:lnTo>
                  <a:pt x="1326134" y="137033"/>
                </a:lnTo>
                <a:lnTo>
                  <a:pt x="1209294" y="137033"/>
                </a:lnTo>
                <a:lnTo>
                  <a:pt x="1209294" y="62484"/>
                </a:lnTo>
                <a:lnTo>
                  <a:pt x="1370457" y="62484"/>
                </a:lnTo>
                <a:lnTo>
                  <a:pt x="1370457" y="26797"/>
                </a:lnTo>
                <a:close/>
              </a:path>
              <a:path w="1566545" h="527050">
                <a:moveTo>
                  <a:pt x="1378077" y="236982"/>
                </a:moveTo>
                <a:lnTo>
                  <a:pt x="1347739" y="239555"/>
                </a:lnTo>
                <a:lnTo>
                  <a:pt x="1309497" y="241379"/>
                </a:lnTo>
                <a:lnTo>
                  <a:pt x="1263348" y="242464"/>
                </a:lnTo>
                <a:lnTo>
                  <a:pt x="1209294" y="242824"/>
                </a:lnTo>
                <a:lnTo>
                  <a:pt x="1378512" y="242824"/>
                </a:lnTo>
                <a:lnTo>
                  <a:pt x="1378077" y="236982"/>
                </a:lnTo>
                <a:close/>
              </a:path>
              <a:path w="1566545" h="527050">
                <a:moveTo>
                  <a:pt x="1566545" y="0"/>
                </a:moveTo>
                <a:lnTo>
                  <a:pt x="1525778" y="0"/>
                </a:lnTo>
                <a:lnTo>
                  <a:pt x="1525778" y="296799"/>
                </a:lnTo>
                <a:lnTo>
                  <a:pt x="1566545" y="296799"/>
                </a:lnTo>
                <a:lnTo>
                  <a:pt x="1566545" y="0"/>
                </a:lnTo>
                <a:close/>
              </a:path>
              <a:path w="1566545" h="527050">
                <a:moveTo>
                  <a:pt x="438658" y="0"/>
                </a:moveTo>
                <a:lnTo>
                  <a:pt x="397637" y="0"/>
                </a:lnTo>
                <a:lnTo>
                  <a:pt x="397637" y="526796"/>
                </a:lnTo>
                <a:lnTo>
                  <a:pt x="438658" y="526796"/>
                </a:lnTo>
                <a:lnTo>
                  <a:pt x="438658" y="0"/>
                </a:lnTo>
                <a:close/>
              </a:path>
            </a:pathLst>
          </a:custGeom>
          <a:solidFill>
            <a:srgbClr val="171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07533" y="2818764"/>
            <a:ext cx="2120900" cy="527050"/>
          </a:xfrm>
          <a:custGeom>
            <a:avLst/>
            <a:gdLst/>
            <a:ahLst/>
            <a:cxnLst/>
            <a:rect l="l" t="t" r="r" b="b"/>
            <a:pathLst>
              <a:path w="2120900" h="527050">
                <a:moveTo>
                  <a:pt x="1948052" y="326644"/>
                </a:moveTo>
                <a:lnTo>
                  <a:pt x="1908316" y="328308"/>
                </a:lnTo>
                <a:lnTo>
                  <a:pt x="1908685" y="328308"/>
                </a:lnTo>
                <a:lnTo>
                  <a:pt x="1873902" y="333295"/>
                </a:lnTo>
                <a:lnTo>
                  <a:pt x="1874171" y="333295"/>
                </a:lnTo>
                <a:lnTo>
                  <a:pt x="1844932" y="341431"/>
                </a:lnTo>
                <a:lnTo>
                  <a:pt x="1820290" y="352933"/>
                </a:lnTo>
                <a:lnTo>
                  <a:pt x="1800788" y="367291"/>
                </a:lnTo>
                <a:lnTo>
                  <a:pt x="1786858" y="383889"/>
                </a:lnTo>
                <a:lnTo>
                  <a:pt x="1778500" y="402724"/>
                </a:lnTo>
                <a:lnTo>
                  <a:pt x="1775714" y="423799"/>
                </a:lnTo>
                <a:lnTo>
                  <a:pt x="1778500" y="444946"/>
                </a:lnTo>
                <a:lnTo>
                  <a:pt x="1800788" y="480431"/>
                </a:lnTo>
                <a:lnTo>
                  <a:pt x="1844932" y="506440"/>
                </a:lnTo>
                <a:lnTo>
                  <a:pt x="1908837" y="519687"/>
                </a:lnTo>
                <a:lnTo>
                  <a:pt x="1948052" y="521335"/>
                </a:lnTo>
                <a:lnTo>
                  <a:pt x="1986946" y="519687"/>
                </a:lnTo>
                <a:lnTo>
                  <a:pt x="1987278" y="519687"/>
                </a:lnTo>
                <a:lnTo>
                  <a:pt x="2021434" y="514731"/>
                </a:lnTo>
                <a:lnTo>
                  <a:pt x="2021646" y="514731"/>
                </a:lnTo>
                <a:lnTo>
                  <a:pt x="2051043" y="506440"/>
                </a:lnTo>
                <a:lnTo>
                  <a:pt x="2051196" y="506440"/>
                </a:lnTo>
                <a:lnTo>
                  <a:pt x="2076068" y="494664"/>
                </a:lnTo>
                <a:lnTo>
                  <a:pt x="2086884" y="486663"/>
                </a:lnTo>
                <a:lnTo>
                  <a:pt x="1948052" y="486663"/>
                </a:lnTo>
                <a:lnTo>
                  <a:pt x="1918714" y="485616"/>
                </a:lnTo>
                <a:lnTo>
                  <a:pt x="1870846" y="477234"/>
                </a:lnTo>
                <a:lnTo>
                  <a:pt x="1827260" y="449992"/>
                </a:lnTo>
                <a:lnTo>
                  <a:pt x="1818893" y="423799"/>
                </a:lnTo>
                <a:lnTo>
                  <a:pt x="1820922" y="410227"/>
                </a:lnTo>
                <a:lnTo>
                  <a:pt x="1820943" y="410082"/>
                </a:lnTo>
                <a:lnTo>
                  <a:pt x="1826997" y="398097"/>
                </a:lnTo>
                <a:lnTo>
                  <a:pt x="1827101" y="397890"/>
                </a:lnTo>
                <a:lnTo>
                  <a:pt x="1837378" y="387223"/>
                </a:lnTo>
                <a:lnTo>
                  <a:pt x="1892280" y="365521"/>
                </a:lnTo>
                <a:lnTo>
                  <a:pt x="1948052" y="361314"/>
                </a:lnTo>
                <a:lnTo>
                  <a:pt x="2086888" y="361314"/>
                </a:lnTo>
                <a:lnTo>
                  <a:pt x="2075941" y="353187"/>
                </a:lnTo>
                <a:lnTo>
                  <a:pt x="2051226" y="341592"/>
                </a:lnTo>
                <a:lnTo>
                  <a:pt x="2021665" y="333295"/>
                </a:lnTo>
                <a:lnTo>
                  <a:pt x="1987270" y="328308"/>
                </a:lnTo>
                <a:lnTo>
                  <a:pt x="1948052" y="326644"/>
                </a:lnTo>
                <a:close/>
              </a:path>
              <a:path w="2120900" h="527050">
                <a:moveTo>
                  <a:pt x="2086888" y="361314"/>
                </a:moveTo>
                <a:lnTo>
                  <a:pt x="1948052" y="361314"/>
                </a:lnTo>
                <a:lnTo>
                  <a:pt x="1978060" y="362364"/>
                </a:lnTo>
                <a:lnTo>
                  <a:pt x="2004091" y="365521"/>
                </a:lnTo>
                <a:lnTo>
                  <a:pt x="2044318" y="378206"/>
                </a:lnTo>
                <a:lnTo>
                  <a:pt x="2074607" y="410082"/>
                </a:lnTo>
                <a:lnTo>
                  <a:pt x="2076703" y="423799"/>
                </a:lnTo>
                <a:lnTo>
                  <a:pt x="2074654" y="437536"/>
                </a:lnTo>
                <a:lnTo>
                  <a:pt x="2043496" y="469900"/>
                </a:lnTo>
                <a:lnTo>
                  <a:pt x="2003279" y="482473"/>
                </a:lnTo>
                <a:lnTo>
                  <a:pt x="1948052" y="486663"/>
                </a:lnTo>
                <a:lnTo>
                  <a:pt x="2086884" y="486663"/>
                </a:lnTo>
                <a:lnTo>
                  <a:pt x="2117595" y="444946"/>
                </a:lnTo>
                <a:lnTo>
                  <a:pt x="2120391" y="423799"/>
                </a:lnTo>
                <a:lnTo>
                  <a:pt x="2117607" y="402943"/>
                </a:lnTo>
                <a:lnTo>
                  <a:pt x="2109263" y="384206"/>
                </a:lnTo>
                <a:lnTo>
                  <a:pt x="2095371" y="367613"/>
                </a:lnTo>
                <a:lnTo>
                  <a:pt x="2086888" y="361314"/>
                </a:lnTo>
                <a:close/>
              </a:path>
              <a:path w="2120900" h="527050">
                <a:moveTo>
                  <a:pt x="488950" y="410463"/>
                </a:moveTo>
                <a:lnTo>
                  <a:pt x="0" y="410463"/>
                </a:lnTo>
                <a:lnTo>
                  <a:pt x="0" y="447294"/>
                </a:lnTo>
                <a:lnTo>
                  <a:pt x="488950" y="447294"/>
                </a:lnTo>
                <a:lnTo>
                  <a:pt x="488950" y="410463"/>
                </a:lnTo>
                <a:close/>
              </a:path>
              <a:path w="2120900" h="527050">
                <a:moveTo>
                  <a:pt x="265175" y="287527"/>
                </a:moveTo>
                <a:lnTo>
                  <a:pt x="223774" y="287527"/>
                </a:lnTo>
                <a:lnTo>
                  <a:pt x="223774" y="410463"/>
                </a:lnTo>
                <a:lnTo>
                  <a:pt x="265175" y="410463"/>
                </a:lnTo>
                <a:lnTo>
                  <a:pt x="265175" y="287527"/>
                </a:lnTo>
                <a:close/>
              </a:path>
              <a:path w="2120900" h="527050">
                <a:moveTo>
                  <a:pt x="407288" y="49149"/>
                </a:moveTo>
                <a:lnTo>
                  <a:pt x="81152" y="49149"/>
                </a:lnTo>
                <a:lnTo>
                  <a:pt x="81152" y="287527"/>
                </a:lnTo>
                <a:lnTo>
                  <a:pt x="407288" y="287527"/>
                </a:lnTo>
                <a:lnTo>
                  <a:pt x="407288" y="250444"/>
                </a:lnTo>
                <a:lnTo>
                  <a:pt x="122681" y="250444"/>
                </a:lnTo>
                <a:lnTo>
                  <a:pt x="122681" y="85979"/>
                </a:lnTo>
                <a:lnTo>
                  <a:pt x="407288" y="85979"/>
                </a:lnTo>
                <a:lnTo>
                  <a:pt x="407288" y="49149"/>
                </a:lnTo>
                <a:close/>
              </a:path>
              <a:path w="2120900" h="527050">
                <a:moveTo>
                  <a:pt x="407288" y="85979"/>
                </a:moveTo>
                <a:lnTo>
                  <a:pt x="366267" y="85979"/>
                </a:lnTo>
                <a:lnTo>
                  <a:pt x="366267" y="250444"/>
                </a:lnTo>
                <a:lnTo>
                  <a:pt x="407288" y="250444"/>
                </a:lnTo>
                <a:lnTo>
                  <a:pt x="407288" y="85979"/>
                </a:lnTo>
                <a:close/>
              </a:path>
              <a:path w="2120900" h="527050">
                <a:moveTo>
                  <a:pt x="1551559" y="0"/>
                </a:moveTo>
                <a:lnTo>
                  <a:pt x="1510791" y="0"/>
                </a:lnTo>
                <a:lnTo>
                  <a:pt x="1510791" y="221996"/>
                </a:lnTo>
                <a:lnTo>
                  <a:pt x="1407287" y="221996"/>
                </a:lnTo>
                <a:lnTo>
                  <a:pt x="1407287" y="257810"/>
                </a:lnTo>
                <a:lnTo>
                  <a:pt x="1510791" y="257810"/>
                </a:lnTo>
                <a:lnTo>
                  <a:pt x="1510791" y="526796"/>
                </a:lnTo>
                <a:lnTo>
                  <a:pt x="1551559" y="526796"/>
                </a:lnTo>
                <a:lnTo>
                  <a:pt x="1551559" y="0"/>
                </a:lnTo>
                <a:close/>
              </a:path>
              <a:path w="2120900" h="527050">
                <a:moveTo>
                  <a:pt x="1419097" y="44831"/>
                </a:moveTo>
                <a:lnTo>
                  <a:pt x="1166748" y="44831"/>
                </a:lnTo>
                <a:lnTo>
                  <a:pt x="1166748" y="397129"/>
                </a:lnTo>
                <a:lnTo>
                  <a:pt x="1213267" y="397129"/>
                </a:lnTo>
                <a:lnTo>
                  <a:pt x="1327804" y="396378"/>
                </a:lnTo>
                <a:lnTo>
                  <a:pt x="1381652" y="394977"/>
                </a:lnTo>
                <a:lnTo>
                  <a:pt x="1426714" y="391929"/>
                </a:lnTo>
                <a:lnTo>
                  <a:pt x="1448053" y="389763"/>
                </a:lnTo>
                <a:lnTo>
                  <a:pt x="1445802" y="361314"/>
                </a:lnTo>
                <a:lnTo>
                  <a:pt x="1207642" y="361314"/>
                </a:lnTo>
                <a:lnTo>
                  <a:pt x="1207642" y="231521"/>
                </a:lnTo>
                <a:lnTo>
                  <a:pt x="1361439" y="231521"/>
                </a:lnTo>
                <a:lnTo>
                  <a:pt x="1361439" y="196342"/>
                </a:lnTo>
                <a:lnTo>
                  <a:pt x="1207642" y="196342"/>
                </a:lnTo>
                <a:lnTo>
                  <a:pt x="1207642" y="81661"/>
                </a:lnTo>
                <a:lnTo>
                  <a:pt x="1419097" y="81661"/>
                </a:lnTo>
                <a:lnTo>
                  <a:pt x="1419097" y="44831"/>
                </a:lnTo>
                <a:close/>
              </a:path>
              <a:path w="2120900" h="527050">
                <a:moveTo>
                  <a:pt x="1445260" y="354457"/>
                </a:moveTo>
                <a:lnTo>
                  <a:pt x="1414208" y="357457"/>
                </a:lnTo>
                <a:lnTo>
                  <a:pt x="1374774" y="359600"/>
                </a:lnTo>
                <a:lnTo>
                  <a:pt x="1326959" y="360886"/>
                </a:lnTo>
                <a:lnTo>
                  <a:pt x="1270762" y="361314"/>
                </a:lnTo>
                <a:lnTo>
                  <a:pt x="1445802" y="361314"/>
                </a:lnTo>
                <a:lnTo>
                  <a:pt x="1445260" y="354457"/>
                </a:lnTo>
                <a:close/>
              </a:path>
              <a:path w="2120900" h="527050">
                <a:moveTo>
                  <a:pt x="657097" y="44831"/>
                </a:moveTo>
                <a:lnTo>
                  <a:pt x="616457" y="44831"/>
                </a:lnTo>
                <a:lnTo>
                  <a:pt x="616457" y="372490"/>
                </a:lnTo>
                <a:lnTo>
                  <a:pt x="696224" y="372151"/>
                </a:lnTo>
                <a:lnTo>
                  <a:pt x="764074" y="371131"/>
                </a:lnTo>
                <a:lnTo>
                  <a:pt x="820007" y="369427"/>
                </a:lnTo>
                <a:lnTo>
                  <a:pt x="864023" y="367034"/>
                </a:lnTo>
                <a:lnTo>
                  <a:pt x="916304" y="360172"/>
                </a:lnTo>
                <a:lnTo>
                  <a:pt x="912752" y="336169"/>
                </a:lnTo>
                <a:lnTo>
                  <a:pt x="657097" y="336169"/>
                </a:lnTo>
                <a:lnTo>
                  <a:pt x="657097" y="44831"/>
                </a:lnTo>
                <a:close/>
              </a:path>
              <a:path w="2120900" h="527050">
                <a:moveTo>
                  <a:pt x="911097" y="324993"/>
                </a:moveTo>
                <a:lnTo>
                  <a:pt x="876045" y="329900"/>
                </a:lnTo>
                <a:lnTo>
                  <a:pt x="828039" y="333390"/>
                </a:lnTo>
                <a:lnTo>
                  <a:pt x="767079" y="335476"/>
                </a:lnTo>
                <a:lnTo>
                  <a:pt x="693165" y="336169"/>
                </a:lnTo>
                <a:lnTo>
                  <a:pt x="912752" y="336169"/>
                </a:lnTo>
                <a:lnTo>
                  <a:pt x="911097" y="324993"/>
                </a:lnTo>
                <a:close/>
              </a:path>
              <a:path w="2120900" h="527050">
                <a:moveTo>
                  <a:pt x="1969389" y="22351"/>
                </a:moveTo>
                <a:lnTo>
                  <a:pt x="1733931" y="22351"/>
                </a:lnTo>
                <a:lnTo>
                  <a:pt x="1733931" y="58165"/>
                </a:lnTo>
                <a:lnTo>
                  <a:pt x="1929257" y="58165"/>
                </a:lnTo>
                <a:lnTo>
                  <a:pt x="1929257" y="131318"/>
                </a:lnTo>
                <a:lnTo>
                  <a:pt x="1733931" y="131318"/>
                </a:lnTo>
                <a:lnTo>
                  <a:pt x="1733931" y="282321"/>
                </a:lnTo>
                <a:lnTo>
                  <a:pt x="1788515" y="282321"/>
                </a:lnTo>
                <a:lnTo>
                  <a:pt x="1908863" y="281624"/>
                </a:lnTo>
                <a:lnTo>
                  <a:pt x="1957921" y="280029"/>
                </a:lnTo>
                <a:lnTo>
                  <a:pt x="1999692" y="275889"/>
                </a:lnTo>
                <a:lnTo>
                  <a:pt x="2020696" y="272796"/>
                </a:lnTo>
                <a:lnTo>
                  <a:pt x="2016150" y="245999"/>
                </a:lnTo>
                <a:lnTo>
                  <a:pt x="1774063" y="245999"/>
                </a:lnTo>
                <a:lnTo>
                  <a:pt x="1774063" y="166624"/>
                </a:lnTo>
                <a:lnTo>
                  <a:pt x="1969389" y="166624"/>
                </a:lnTo>
                <a:lnTo>
                  <a:pt x="1969389" y="22351"/>
                </a:lnTo>
                <a:close/>
              </a:path>
              <a:path w="2120900" h="527050">
                <a:moveTo>
                  <a:pt x="2014727" y="237617"/>
                </a:moveTo>
                <a:lnTo>
                  <a:pt x="1965668" y="243582"/>
                </a:lnTo>
                <a:lnTo>
                  <a:pt x="1921420" y="245248"/>
                </a:lnTo>
                <a:lnTo>
                  <a:pt x="1819774" y="245999"/>
                </a:lnTo>
                <a:lnTo>
                  <a:pt x="2016150" y="245999"/>
                </a:lnTo>
                <a:lnTo>
                  <a:pt x="2014727" y="237617"/>
                </a:lnTo>
                <a:close/>
              </a:path>
              <a:path w="2120900" h="527050">
                <a:moveTo>
                  <a:pt x="2116073" y="0"/>
                </a:moveTo>
                <a:lnTo>
                  <a:pt x="2075052" y="0"/>
                </a:lnTo>
                <a:lnTo>
                  <a:pt x="2075052" y="315975"/>
                </a:lnTo>
                <a:lnTo>
                  <a:pt x="2116073" y="315975"/>
                </a:lnTo>
                <a:lnTo>
                  <a:pt x="2116073" y="0"/>
                </a:lnTo>
                <a:close/>
              </a:path>
              <a:path w="2120900" h="527050">
                <a:moveTo>
                  <a:pt x="997457" y="0"/>
                </a:moveTo>
                <a:lnTo>
                  <a:pt x="956437" y="0"/>
                </a:lnTo>
                <a:lnTo>
                  <a:pt x="956437" y="526796"/>
                </a:lnTo>
                <a:lnTo>
                  <a:pt x="997457" y="526796"/>
                </a:lnTo>
                <a:lnTo>
                  <a:pt x="997457" y="0"/>
                </a:lnTo>
                <a:close/>
              </a:path>
            </a:pathLst>
          </a:custGeom>
          <a:solidFill>
            <a:srgbClr val="171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7021" y="2596769"/>
            <a:ext cx="110743" cy="11087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69330" y="2596769"/>
            <a:ext cx="110744" cy="11087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04710" y="2596769"/>
            <a:ext cx="110744" cy="11074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72401" y="2596769"/>
            <a:ext cx="110744" cy="1107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99161"/>
            <a:ext cx="12192000" cy="6459220"/>
            <a:chOff x="0" y="399161"/>
            <a:chExt cx="12192000" cy="64592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35914"/>
              <a:ext cx="12192000" cy="642208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90525" y="828675"/>
              <a:ext cx="11410950" cy="6029325"/>
            </a:xfrm>
            <a:custGeom>
              <a:avLst/>
              <a:gdLst/>
              <a:ahLst/>
              <a:cxnLst/>
              <a:rect l="l" t="t" r="r" b="b"/>
              <a:pathLst>
                <a:path w="11410950" h="6029325">
                  <a:moveTo>
                    <a:pt x="11261090" y="0"/>
                  </a:moveTo>
                  <a:lnTo>
                    <a:pt x="149885" y="0"/>
                  </a:lnTo>
                  <a:lnTo>
                    <a:pt x="102510" y="7636"/>
                  </a:lnTo>
                  <a:lnTo>
                    <a:pt x="61365" y="28903"/>
                  </a:lnTo>
                  <a:lnTo>
                    <a:pt x="28919" y="61337"/>
                  </a:lnTo>
                  <a:lnTo>
                    <a:pt x="7641" y="102477"/>
                  </a:lnTo>
                  <a:lnTo>
                    <a:pt x="0" y="149860"/>
                  </a:lnTo>
                  <a:lnTo>
                    <a:pt x="0" y="6029323"/>
                  </a:lnTo>
                  <a:lnTo>
                    <a:pt x="11410950" y="6029323"/>
                  </a:lnTo>
                  <a:lnTo>
                    <a:pt x="11410950" y="149860"/>
                  </a:lnTo>
                  <a:lnTo>
                    <a:pt x="11403313" y="102477"/>
                  </a:lnTo>
                  <a:lnTo>
                    <a:pt x="11382046" y="61337"/>
                  </a:lnTo>
                  <a:lnTo>
                    <a:pt x="11349612" y="28903"/>
                  </a:lnTo>
                  <a:lnTo>
                    <a:pt x="11308472" y="7636"/>
                  </a:lnTo>
                  <a:lnTo>
                    <a:pt x="112610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42900" y="1081405"/>
              <a:ext cx="3130550" cy="461645"/>
            </a:xfrm>
            <a:custGeom>
              <a:avLst/>
              <a:gdLst/>
              <a:ahLst/>
              <a:cxnLst/>
              <a:rect l="l" t="t" r="r" b="b"/>
              <a:pathLst>
                <a:path w="3130550" h="461644">
                  <a:moveTo>
                    <a:pt x="2947542" y="0"/>
                  </a:moveTo>
                  <a:lnTo>
                    <a:pt x="0" y="0"/>
                  </a:lnTo>
                  <a:lnTo>
                    <a:pt x="0" y="461645"/>
                  </a:lnTo>
                  <a:lnTo>
                    <a:pt x="2947542" y="461645"/>
                  </a:lnTo>
                  <a:lnTo>
                    <a:pt x="2960530" y="460091"/>
                  </a:lnTo>
                  <a:lnTo>
                    <a:pt x="2992374" y="438785"/>
                  </a:lnTo>
                  <a:lnTo>
                    <a:pt x="3119882" y="263398"/>
                  </a:lnTo>
                  <a:lnTo>
                    <a:pt x="3130423" y="230759"/>
                  </a:lnTo>
                  <a:lnTo>
                    <a:pt x="3119882" y="198120"/>
                  </a:lnTo>
                  <a:lnTo>
                    <a:pt x="2992374" y="22860"/>
                  </a:lnTo>
                  <a:lnTo>
                    <a:pt x="2960584" y="1553"/>
                  </a:lnTo>
                  <a:lnTo>
                    <a:pt x="2947542" y="0"/>
                  </a:lnTo>
                  <a:close/>
                </a:path>
              </a:pathLst>
            </a:custGeom>
            <a:solidFill>
              <a:srgbClr val="0C6C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6785" y="1278127"/>
              <a:ext cx="204558" cy="15925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87044" y="1256030"/>
              <a:ext cx="325755" cy="162560"/>
            </a:xfrm>
            <a:custGeom>
              <a:avLst/>
              <a:gdLst/>
              <a:ahLst/>
              <a:cxnLst/>
              <a:rect l="l" t="t" r="r" b="b"/>
              <a:pathLst>
                <a:path w="325755" h="162559">
                  <a:moveTo>
                    <a:pt x="235508" y="105791"/>
                  </a:moveTo>
                  <a:lnTo>
                    <a:pt x="213664" y="105791"/>
                  </a:lnTo>
                  <a:lnTo>
                    <a:pt x="213664" y="162179"/>
                  </a:lnTo>
                  <a:lnTo>
                    <a:pt x="325272" y="162179"/>
                  </a:lnTo>
                  <a:lnTo>
                    <a:pt x="325272" y="143764"/>
                  </a:lnTo>
                  <a:lnTo>
                    <a:pt x="235508" y="143764"/>
                  </a:lnTo>
                  <a:lnTo>
                    <a:pt x="235508" y="105791"/>
                  </a:lnTo>
                  <a:close/>
                </a:path>
                <a:path w="325755" h="162559">
                  <a:moveTo>
                    <a:pt x="322059" y="0"/>
                  </a:moveTo>
                  <a:lnTo>
                    <a:pt x="300634" y="0"/>
                  </a:lnTo>
                  <a:lnTo>
                    <a:pt x="300634" y="47498"/>
                  </a:lnTo>
                  <a:lnTo>
                    <a:pt x="261023" y="47498"/>
                  </a:lnTo>
                  <a:lnTo>
                    <a:pt x="261023" y="65912"/>
                  </a:lnTo>
                  <a:lnTo>
                    <a:pt x="300634" y="65912"/>
                  </a:lnTo>
                  <a:lnTo>
                    <a:pt x="300634" y="120142"/>
                  </a:lnTo>
                  <a:lnTo>
                    <a:pt x="322059" y="120142"/>
                  </a:lnTo>
                  <a:lnTo>
                    <a:pt x="322059" y="0"/>
                  </a:lnTo>
                  <a:close/>
                </a:path>
                <a:path w="325755" h="162559">
                  <a:moveTo>
                    <a:pt x="270344" y="10922"/>
                  </a:moveTo>
                  <a:lnTo>
                    <a:pt x="189712" y="10922"/>
                  </a:lnTo>
                  <a:lnTo>
                    <a:pt x="189712" y="29337"/>
                  </a:lnTo>
                  <a:lnTo>
                    <a:pt x="243789" y="29337"/>
                  </a:lnTo>
                  <a:lnTo>
                    <a:pt x="240107" y="39145"/>
                  </a:lnTo>
                  <a:lnTo>
                    <a:pt x="209190" y="73902"/>
                  </a:lnTo>
                  <a:lnTo>
                    <a:pt x="180136" y="89154"/>
                  </a:lnTo>
                  <a:lnTo>
                    <a:pt x="195110" y="104902"/>
                  </a:lnTo>
                  <a:lnTo>
                    <a:pt x="225344" y="87092"/>
                  </a:lnTo>
                  <a:lnTo>
                    <a:pt x="247962" y="65484"/>
                  </a:lnTo>
                  <a:lnTo>
                    <a:pt x="262963" y="40090"/>
                  </a:lnTo>
                  <a:lnTo>
                    <a:pt x="270344" y="10922"/>
                  </a:lnTo>
                  <a:close/>
                </a:path>
                <a:path w="325755" h="162559">
                  <a:moveTo>
                    <a:pt x="155854" y="126873"/>
                  </a:moveTo>
                  <a:lnTo>
                    <a:pt x="0" y="126873"/>
                  </a:lnTo>
                  <a:lnTo>
                    <a:pt x="0" y="144907"/>
                  </a:lnTo>
                  <a:lnTo>
                    <a:pt x="155854" y="144907"/>
                  </a:lnTo>
                  <a:lnTo>
                    <a:pt x="155854" y="126873"/>
                  </a:lnTo>
                  <a:close/>
                </a:path>
                <a:path w="325755" h="162559">
                  <a:moveTo>
                    <a:pt x="77927" y="11430"/>
                  </a:moveTo>
                  <a:lnTo>
                    <a:pt x="36347" y="22987"/>
                  </a:lnTo>
                  <a:lnTo>
                    <a:pt x="19938" y="54610"/>
                  </a:lnTo>
                  <a:lnTo>
                    <a:pt x="21119" y="64706"/>
                  </a:lnTo>
                  <a:lnTo>
                    <a:pt x="21136" y="64849"/>
                  </a:lnTo>
                  <a:lnTo>
                    <a:pt x="39090" y="88137"/>
                  </a:lnTo>
                  <a:lnTo>
                    <a:pt x="39090" y="126873"/>
                  </a:lnTo>
                  <a:lnTo>
                    <a:pt x="60604" y="126873"/>
                  </a:lnTo>
                  <a:lnTo>
                    <a:pt x="60604" y="96393"/>
                  </a:lnTo>
                  <a:lnTo>
                    <a:pt x="116763" y="96393"/>
                  </a:lnTo>
                  <a:lnTo>
                    <a:pt x="116763" y="88137"/>
                  </a:lnTo>
                  <a:lnTo>
                    <a:pt x="125064" y="81470"/>
                  </a:lnTo>
                  <a:lnTo>
                    <a:pt x="126269" y="79883"/>
                  </a:lnTo>
                  <a:lnTo>
                    <a:pt x="77927" y="79883"/>
                  </a:lnTo>
                  <a:lnTo>
                    <a:pt x="70126" y="79456"/>
                  </a:lnTo>
                  <a:lnTo>
                    <a:pt x="42227" y="62484"/>
                  </a:lnTo>
                  <a:lnTo>
                    <a:pt x="42227" y="46862"/>
                  </a:lnTo>
                  <a:lnTo>
                    <a:pt x="77927" y="29464"/>
                  </a:lnTo>
                  <a:lnTo>
                    <a:pt x="126578" y="29464"/>
                  </a:lnTo>
                  <a:lnTo>
                    <a:pt x="126479" y="29321"/>
                  </a:lnTo>
                  <a:lnTo>
                    <a:pt x="119278" y="22987"/>
                  </a:lnTo>
                  <a:lnTo>
                    <a:pt x="110527" y="17966"/>
                  </a:lnTo>
                  <a:lnTo>
                    <a:pt x="100717" y="14351"/>
                  </a:lnTo>
                  <a:lnTo>
                    <a:pt x="89849" y="12164"/>
                  </a:lnTo>
                  <a:lnTo>
                    <a:pt x="77927" y="11430"/>
                  </a:lnTo>
                  <a:close/>
                </a:path>
                <a:path w="325755" h="162559">
                  <a:moveTo>
                    <a:pt x="116763" y="96393"/>
                  </a:moveTo>
                  <a:lnTo>
                    <a:pt x="95250" y="96393"/>
                  </a:lnTo>
                  <a:lnTo>
                    <a:pt x="95250" y="126873"/>
                  </a:lnTo>
                  <a:lnTo>
                    <a:pt x="116763" y="126873"/>
                  </a:lnTo>
                  <a:lnTo>
                    <a:pt x="116763" y="96393"/>
                  </a:lnTo>
                  <a:close/>
                </a:path>
                <a:path w="325755" h="162559">
                  <a:moveTo>
                    <a:pt x="95250" y="96393"/>
                  </a:moveTo>
                  <a:lnTo>
                    <a:pt x="60604" y="96393"/>
                  </a:lnTo>
                  <a:lnTo>
                    <a:pt x="66344" y="97409"/>
                  </a:lnTo>
                  <a:lnTo>
                    <a:pt x="72123" y="97917"/>
                  </a:lnTo>
                  <a:lnTo>
                    <a:pt x="83731" y="97917"/>
                  </a:lnTo>
                  <a:lnTo>
                    <a:pt x="89509" y="97409"/>
                  </a:lnTo>
                  <a:lnTo>
                    <a:pt x="95250" y="96393"/>
                  </a:lnTo>
                  <a:close/>
                </a:path>
                <a:path w="325755" h="162559">
                  <a:moveTo>
                    <a:pt x="126578" y="29464"/>
                  </a:moveTo>
                  <a:lnTo>
                    <a:pt x="77927" y="29464"/>
                  </a:lnTo>
                  <a:lnTo>
                    <a:pt x="85723" y="29892"/>
                  </a:lnTo>
                  <a:lnTo>
                    <a:pt x="92652" y="31178"/>
                  </a:lnTo>
                  <a:lnTo>
                    <a:pt x="98715" y="33321"/>
                  </a:lnTo>
                  <a:lnTo>
                    <a:pt x="103911" y="36322"/>
                  </a:lnTo>
                  <a:lnTo>
                    <a:pt x="110274" y="40767"/>
                  </a:lnTo>
                  <a:lnTo>
                    <a:pt x="113449" y="46862"/>
                  </a:lnTo>
                  <a:lnTo>
                    <a:pt x="113449" y="62484"/>
                  </a:lnTo>
                  <a:lnTo>
                    <a:pt x="77927" y="79883"/>
                  </a:lnTo>
                  <a:lnTo>
                    <a:pt x="126269" y="79883"/>
                  </a:lnTo>
                  <a:lnTo>
                    <a:pt x="130994" y="73660"/>
                  </a:lnTo>
                  <a:lnTo>
                    <a:pt x="134494" y="64849"/>
                  </a:lnTo>
                  <a:lnTo>
                    <a:pt x="134551" y="64706"/>
                  </a:lnTo>
                  <a:lnTo>
                    <a:pt x="135737" y="54610"/>
                  </a:lnTo>
                  <a:lnTo>
                    <a:pt x="134708" y="45132"/>
                  </a:lnTo>
                  <a:lnTo>
                    <a:pt x="131622" y="36703"/>
                  </a:lnTo>
                  <a:lnTo>
                    <a:pt x="126578" y="29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1024" y="399160"/>
              <a:ext cx="2590800" cy="310515"/>
            </a:xfrm>
            <a:custGeom>
              <a:avLst/>
              <a:gdLst/>
              <a:ahLst/>
              <a:cxnLst/>
              <a:rect l="l" t="t" r="r" b="b"/>
              <a:pathLst>
                <a:path w="2590800" h="310515">
                  <a:moveTo>
                    <a:pt x="155232" y="185928"/>
                  </a:moveTo>
                  <a:lnTo>
                    <a:pt x="126365" y="185928"/>
                  </a:lnTo>
                  <a:lnTo>
                    <a:pt x="126365" y="77851"/>
                  </a:lnTo>
                  <a:lnTo>
                    <a:pt x="126365" y="41275"/>
                  </a:lnTo>
                  <a:lnTo>
                    <a:pt x="102997" y="41275"/>
                  </a:lnTo>
                  <a:lnTo>
                    <a:pt x="102997" y="77851"/>
                  </a:lnTo>
                  <a:lnTo>
                    <a:pt x="102997" y="185928"/>
                  </a:lnTo>
                  <a:lnTo>
                    <a:pt x="27393" y="185928"/>
                  </a:lnTo>
                  <a:lnTo>
                    <a:pt x="43319" y="165989"/>
                  </a:lnTo>
                  <a:lnTo>
                    <a:pt x="58699" y="146062"/>
                  </a:lnTo>
                  <a:lnTo>
                    <a:pt x="73774" y="124739"/>
                  </a:lnTo>
                  <a:lnTo>
                    <a:pt x="88544" y="102006"/>
                  </a:lnTo>
                  <a:lnTo>
                    <a:pt x="102997" y="77851"/>
                  </a:lnTo>
                  <a:lnTo>
                    <a:pt x="102997" y="41275"/>
                  </a:lnTo>
                  <a:lnTo>
                    <a:pt x="101066" y="41275"/>
                  </a:lnTo>
                  <a:lnTo>
                    <a:pt x="92925" y="57861"/>
                  </a:lnTo>
                  <a:lnTo>
                    <a:pt x="83248" y="75209"/>
                  </a:lnTo>
                  <a:lnTo>
                    <a:pt x="59309" y="112268"/>
                  </a:lnTo>
                  <a:lnTo>
                    <a:pt x="30975" y="150368"/>
                  </a:lnTo>
                  <a:lnTo>
                    <a:pt x="0" y="187325"/>
                  </a:lnTo>
                  <a:lnTo>
                    <a:pt x="0" y="207391"/>
                  </a:lnTo>
                  <a:lnTo>
                    <a:pt x="102997" y="207391"/>
                  </a:lnTo>
                  <a:lnTo>
                    <a:pt x="102997" y="260350"/>
                  </a:lnTo>
                  <a:lnTo>
                    <a:pt x="126365" y="260350"/>
                  </a:lnTo>
                  <a:lnTo>
                    <a:pt x="126365" y="207391"/>
                  </a:lnTo>
                  <a:lnTo>
                    <a:pt x="155232" y="207391"/>
                  </a:lnTo>
                  <a:lnTo>
                    <a:pt x="155232" y="185928"/>
                  </a:lnTo>
                  <a:close/>
                </a:path>
                <a:path w="2590800" h="310515">
                  <a:moveTo>
                    <a:pt x="237744" y="176911"/>
                  </a:moveTo>
                  <a:lnTo>
                    <a:pt x="234772" y="138442"/>
                  </a:lnTo>
                  <a:lnTo>
                    <a:pt x="211035" y="70612"/>
                  </a:lnTo>
                  <a:lnTo>
                    <a:pt x="190271" y="41275"/>
                  </a:lnTo>
                  <a:lnTo>
                    <a:pt x="168694" y="41275"/>
                  </a:lnTo>
                  <a:lnTo>
                    <a:pt x="189712" y="71539"/>
                  </a:lnTo>
                  <a:lnTo>
                    <a:pt x="204736" y="104190"/>
                  </a:lnTo>
                  <a:lnTo>
                    <a:pt x="213753" y="139204"/>
                  </a:lnTo>
                  <a:lnTo>
                    <a:pt x="216763" y="176530"/>
                  </a:lnTo>
                  <a:lnTo>
                    <a:pt x="213779" y="213664"/>
                  </a:lnTo>
                  <a:lnTo>
                    <a:pt x="204851" y="248272"/>
                  </a:lnTo>
                  <a:lnTo>
                    <a:pt x="189966" y="280390"/>
                  </a:lnTo>
                  <a:lnTo>
                    <a:pt x="169138" y="310007"/>
                  </a:lnTo>
                  <a:lnTo>
                    <a:pt x="190271" y="310007"/>
                  </a:lnTo>
                  <a:lnTo>
                    <a:pt x="211035" y="281533"/>
                  </a:lnTo>
                  <a:lnTo>
                    <a:pt x="225869" y="249847"/>
                  </a:lnTo>
                  <a:lnTo>
                    <a:pt x="234772" y="214960"/>
                  </a:lnTo>
                  <a:lnTo>
                    <a:pt x="237744" y="176911"/>
                  </a:lnTo>
                  <a:close/>
                </a:path>
                <a:path w="2590800" h="310515">
                  <a:moveTo>
                    <a:pt x="630339" y="261493"/>
                  </a:moveTo>
                  <a:lnTo>
                    <a:pt x="576033" y="246697"/>
                  </a:lnTo>
                  <a:lnTo>
                    <a:pt x="544779" y="224282"/>
                  </a:lnTo>
                  <a:lnTo>
                    <a:pt x="536130" y="214249"/>
                  </a:lnTo>
                  <a:lnTo>
                    <a:pt x="530212" y="202539"/>
                  </a:lnTo>
                  <a:lnTo>
                    <a:pt x="528294" y="190881"/>
                  </a:lnTo>
                  <a:lnTo>
                    <a:pt x="528243" y="183515"/>
                  </a:lnTo>
                  <a:lnTo>
                    <a:pt x="506069" y="183515"/>
                  </a:lnTo>
                  <a:lnTo>
                    <a:pt x="506069" y="190881"/>
                  </a:lnTo>
                  <a:lnTo>
                    <a:pt x="504037" y="202539"/>
                  </a:lnTo>
                  <a:lnTo>
                    <a:pt x="478078" y="234238"/>
                  </a:lnTo>
                  <a:lnTo>
                    <a:pt x="441883" y="253492"/>
                  </a:lnTo>
                  <a:lnTo>
                    <a:pt x="403974" y="261493"/>
                  </a:lnTo>
                  <a:lnTo>
                    <a:pt x="417957" y="280797"/>
                  </a:lnTo>
                  <a:lnTo>
                    <a:pt x="460260" y="268681"/>
                  </a:lnTo>
                  <a:lnTo>
                    <a:pt x="500113" y="243713"/>
                  </a:lnTo>
                  <a:lnTo>
                    <a:pt x="517385" y="224282"/>
                  </a:lnTo>
                  <a:lnTo>
                    <a:pt x="524497" y="233654"/>
                  </a:lnTo>
                  <a:lnTo>
                    <a:pt x="559054" y="260096"/>
                  </a:lnTo>
                  <a:lnTo>
                    <a:pt x="603224" y="278015"/>
                  </a:lnTo>
                  <a:lnTo>
                    <a:pt x="617842" y="280797"/>
                  </a:lnTo>
                  <a:lnTo>
                    <a:pt x="630339" y="261493"/>
                  </a:lnTo>
                  <a:close/>
                </a:path>
                <a:path w="2590800" h="310515">
                  <a:moveTo>
                    <a:pt x="653580" y="116713"/>
                  </a:moveTo>
                  <a:lnTo>
                    <a:pt x="607872" y="116713"/>
                  </a:lnTo>
                  <a:lnTo>
                    <a:pt x="609168" y="96977"/>
                  </a:lnTo>
                  <a:lnTo>
                    <a:pt x="610095" y="72428"/>
                  </a:lnTo>
                  <a:lnTo>
                    <a:pt x="610654" y="43065"/>
                  </a:lnTo>
                  <a:lnTo>
                    <a:pt x="610730" y="28829"/>
                  </a:lnTo>
                  <a:lnTo>
                    <a:pt x="610844" y="8890"/>
                  </a:lnTo>
                  <a:lnTo>
                    <a:pt x="431660" y="8890"/>
                  </a:lnTo>
                  <a:lnTo>
                    <a:pt x="431660" y="28829"/>
                  </a:lnTo>
                  <a:lnTo>
                    <a:pt x="588670" y="28829"/>
                  </a:lnTo>
                  <a:lnTo>
                    <a:pt x="588581" y="43065"/>
                  </a:lnTo>
                  <a:lnTo>
                    <a:pt x="588505" y="58039"/>
                  </a:lnTo>
                  <a:lnTo>
                    <a:pt x="588035" y="82397"/>
                  </a:lnTo>
                  <a:lnTo>
                    <a:pt x="587235" y="101955"/>
                  </a:lnTo>
                  <a:lnTo>
                    <a:pt x="586143" y="116713"/>
                  </a:lnTo>
                  <a:lnTo>
                    <a:pt x="387159" y="116713"/>
                  </a:lnTo>
                  <a:lnTo>
                    <a:pt x="387159" y="136525"/>
                  </a:lnTo>
                  <a:lnTo>
                    <a:pt x="506666" y="136525"/>
                  </a:lnTo>
                  <a:lnTo>
                    <a:pt x="506666" y="172593"/>
                  </a:lnTo>
                  <a:lnTo>
                    <a:pt x="528840" y="172593"/>
                  </a:lnTo>
                  <a:lnTo>
                    <a:pt x="528840" y="136525"/>
                  </a:lnTo>
                  <a:lnTo>
                    <a:pt x="653580" y="136525"/>
                  </a:lnTo>
                  <a:lnTo>
                    <a:pt x="653580" y="116713"/>
                  </a:lnTo>
                  <a:close/>
                </a:path>
                <a:path w="2590800" h="310515">
                  <a:moveTo>
                    <a:pt x="847509" y="21590"/>
                  </a:moveTo>
                  <a:lnTo>
                    <a:pt x="825411" y="21590"/>
                  </a:lnTo>
                  <a:lnTo>
                    <a:pt x="825411" y="98425"/>
                  </a:lnTo>
                  <a:lnTo>
                    <a:pt x="825411" y="118110"/>
                  </a:lnTo>
                  <a:lnTo>
                    <a:pt x="825411" y="189103"/>
                  </a:lnTo>
                  <a:lnTo>
                    <a:pt x="732193" y="189103"/>
                  </a:lnTo>
                  <a:lnTo>
                    <a:pt x="732193" y="118110"/>
                  </a:lnTo>
                  <a:lnTo>
                    <a:pt x="825411" y="118110"/>
                  </a:lnTo>
                  <a:lnTo>
                    <a:pt x="825411" y="98425"/>
                  </a:lnTo>
                  <a:lnTo>
                    <a:pt x="732193" y="98425"/>
                  </a:lnTo>
                  <a:lnTo>
                    <a:pt x="732193" y="21590"/>
                  </a:lnTo>
                  <a:lnTo>
                    <a:pt x="710222" y="21590"/>
                  </a:lnTo>
                  <a:lnTo>
                    <a:pt x="710222" y="208915"/>
                  </a:lnTo>
                  <a:lnTo>
                    <a:pt x="847509" y="208915"/>
                  </a:lnTo>
                  <a:lnTo>
                    <a:pt x="847509" y="189103"/>
                  </a:lnTo>
                  <a:lnTo>
                    <a:pt x="847509" y="118110"/>
                  </a:lnTo>
                  <a:lnTo>
                    <a:pt x="847509" y="98425"/>
                  </a:lnTo>
                  <a:lnTo>
                    <a:pt x="847509" y="21590"/>
                  </a:lnTo>
                  <a:close/>
                </a:path>
                <a:path w="2590800" h="310515">
                  <a:moveTo>
                    <a:pt x="965111" y="115189"/>
                  </a:moveTo>
                  <a:lnTo>
                    <a:pt x="915327" y="115189"/>
                  </a:lnTo>
                  <a:lnTo>
                    <a:pt x="915327" y="0"/>
                  </a:lnTo>
                  <a:lnTo>
                    <a:pt x="893229" y="0"/>
                  </a:lnTo>
                  <a:lnTo>
                    <a:pt x="893229" y="287147"/>
                  </a:lnTo>
                  <a:lnTo>
                    <a:pt x="915327" y="287147"/>
                  </a:lnTo>
                  <a:lnTo>
                    <a:pt x="915327" y="135001"/>
                  </a:lnTo>
                  <a:lnTo>
                    <a:pt x="965111" y="135001"/>
                  </a:lnTo>
                  <a:lnTo>
                    <a:pt x="965111" y="115189"/>
                  </a:lnTo>
                  <a:close/>
                </a:path>
                <a:path w="2590800" h="310515">
                  <a:moveTo>
                    <a:pt x="1159929" y="116713"/>
                  </a:moveTo>
                  <a:lnTo>
                    <a:pt x="1154811" y="75933"/>
                  </a:lnTo>
                  <a:lnTo>
                    <a:pt x="1137831" y="43116"/>
                  </a:lnTo>
                  <a:lnTo>
                    <a:pt x="1137831" y="116713"/>
                  </a:lnTo>
                  <a:lnTo>
                    <a:pt x="1136904" y="133464"/>
                  </a:lnTo>
                  <a:lnTo>
                    <a:pt x="1123238" y="173355"/>
                  </a:lnTo>
                  <a:lnTo>
                    <a:pt x="1086396" y="194818"/>
                  </a:lnTo>
                  <a:lnTo>
                    <a:pt x="1075575" y="193484"/>
                  </a:lnTo>
                  <a:lnTo>
                    <a:pt x="1042974" y="161759"/>
                  </a:lnTo>
                  <a:lnTo>
                    <a:pt x="1034834" y="116713"/>
                  </a:lnTo>
                  <a:lnTo>
                    <a:pt x="1035735" y="99961"/>
                  </a:lnTo>
                  <a:lnTo>
                    <a:pt x="1049185" y="60071"/>
                  </a:lnTo>
                  <a:lnTo>
                    <a:pt x="1086396" y="38735"/>
                  </a:lnTo>
                  <a:lnTo>
                    <a:pt x="1097368" y="40081"/>
                  </a:lnTo>
                  <a:lnTo>
                    <a:pt x="1129868" y="71628"/>
                  </a:lnTo>
                  <a:lnTo>
                    <a:pt x="1137831" y="116713"/>
                  </a:lnTo>
                  <a:lnTo>
                    <a:pt x="1137831" y="43116"/>
                  </a:lnTo>
                  <a:lnTo>
                    <a:pt x="1102080" y="20574"/>
                  </a:lnTo>
                  <a:lnTo>
                    <a:pt x="1086396" y="18923"/>
                  </a:lnTo>
                  <a:lnTo>
                    <a:pt x="1070571" y="20574"/>
                  </a:lnTo>
                  <a:lnTo>
                    <a:pt x="1033170" y="44958"/>
                  </a:lnTo>
                  <a:lnTo>
                    <a:pt x="1014501" y="95097"/>
                  </a:lnTo>
                  <a:lnTo>
                    <a:pt x="1013244" y="116713"/>
                  </a:lnTo>
                  <a:lnTo>
                    <a:pt x="1014514" y="138201"/>
                  </a:lnTo>
                  <a:lnTo>
                    <a:pt x="1030071" y="182765"/>
                  </a:lnTo>
                  <a:lnTo>
                    <a:pt x="1070813" y="212991"/>
                  </a:lnTo>
                  <a:lnTo>
                    <a:pt x="1086396" y="214630"/>
                  </a:lnTo>
                  <a:lnTo>
                    <a:pt x="1102004" y="212991"/>
                  </a:lnTo>
                  <a:lnTo>
                    <a:pt x="1116088" y="208064"/>
                  </a:lnTo>
                  <a:lnTo>
                    <a:pt x="1128623" y="199847"/>
                  </a:lnTo>
                  <a:lnTo>
                    <a:pt x="1133424" y="194818"/>
                  </a:lnTo>
                  <a:lnTo>
                    <a:pt x="1139609" y="188341"/>
                  </a:lnTo>
                  <a:lnTo>
                    <a:pt x="1148461" y="174015"/>
                  </a:lnTo>
                  <a:lnTo>
                    <a:pt x="1154811" y="157289"/>
                  </a:lnTo>
                  <a:lnTo>
                    <a:pt x="1158646" y="138201"/>
                  </a:lnTo>
                  <a:lnTo>
                    <a:pt x="1159929" y="116713"/>
                  </a:lnTo>
                  <a:close/>
                </a:path>
                <a:path w="2590800" h="310515">
                  <a:moveTo>
                    <a:pt x="1235494" y="0"/>
                  </a:moveTo>
                  <a:lnTo>
                    <a:pt x="1213142" y="0"/>
                  </a:lnTo>
                  <a:lnTo>
                    <a:pt x="1213142" y="287147"/>
                  </a:lnTo>
                  <a:lnTo>
                    <a:pt x="1235494" y="287147"/>
                  </a:lnTo>
                  <a:lnTo>
                    <a:pt x="1235494" y="0"/>
                  </a:lnTo>
                  <a:close/>
                </a:path>
                <a:path w="2590800" h="310515">
                  <a:moveTo>
                    <a:pt x="1647863" y="27432"/>
                  </a:moveTo>
                  <a:lnTo>
                    <a:pt x="1438059" y="27432"/>
                  </a:lnTo>
                  <a:lnTo>
                    <a:pt x="1438059" y="47244"/>
                  </a:lnTo>
                  <a:lnTo>
                    <a:pt x="1647863" y="47244"/>
                  </a:lnTo>
                  <a:lnTo>
                    <a:pt x="1647863" y="27432"/>
                  </a:lnTo>
                  <a:close/>
                </a:path>
                <a:path w="2590800" h="310515">
                  <a:moveTo>
                    <a:pt x="1651419" y="143129"/>
                  </a:moveTo>
                  <a:lnTo>
                    <a:pt x="1602905" y="143129"/>
                  </a:lnTo>
                  <a:lnTo>
                    <a:pt x="1607223" y="62230"/>
                  </a:lnTo>
                  <a:lnTo>
                    <a:pt x="1585379" y="62230"/>
                  </a:lnTo>
                  <a:lnTo>
                    <a:pt x="1581061" y="143129"/>
                  </a:lnTo>
                  <a:lnTo>
                    <a:pt x="1504226" y="143129"/>
                  </a:lnTo>
                  <a:lnTo>
                    <a:pt x="1500543" y="62230"/>
                  </a:lnTo>
                  <a:lnTo>
                    <a:pt x="1478699" y="62230"/>
                  </a:lnTo>
                  <a:lnTo>
                    <a:pt x="1482255" y="143129"/>
                  </a:lnTo>
                  <a:lnTo>
                    <a:pt x="1434503" y="143129"/>
                  </a:lnTo>
                  <a:lnTo>
                    <a:pt x="1434503" y="162560"/>
                  </a:lnTo>
                  <a:lnTo>
                    <a:pt x="1651419" y="162560"/>
                  </a:lnTo>
                  <a:lnTo>
                    <a:pt x="1651419" y="143129"/>
                  </a:lnTo>
                  <a:close/>
                </a:path>
                <a:path w="2590800" h="310515">
                  <a:moveTo>
                    <a:pt x="1676184" y="221615"/>
                  </a:moveTo>
                  <a:lnTo>
                    <a:pt x="1409738" y="221615"/>
                  </a:lnTo>
                  <a:lnTo>
                    <a:pt x="1409738" y="241427"/>
                  </a:lnTo>
                  <a:lnTo>
                    <a:pt x="1676184" y="241427"/>
                  </a:lnTo>
                  <a:lnTo>
                    <a:pt x="1676184" y="221615"/>
                  </a:lnTo>
                  <a:close/>
                </a:path>
                <a:path w="2590800" h="310515">
                  <a:moveTo>
                    <a:pt x="1980984" y="225679"/>
                  </a:moveTo>
                  <a:lnTo>
                    <a:pt x="1859064" y="225679"/>
                  </a:lnTo>
                  <a:lnTo>
                    <a:pt x="1859064" y="173482"/>
                  </a:lnTo>
                  <a:lnTo>
                    <a:pt x="1947710" y="173482"/>
                  </a:lnTo>
                  <a:lnTo>
                    <a:pt x="1947710" y="153670"/>
                  </a:lnTo>
                  <a:lnTo>
                    <a:pt x="1777403" y="153670"/>
                  </a:lnTo>
                  <a:lnTo>
                    <a:pt x="1777403" y="106172"/>
                  </a:lnTo>
                  <a:lnTo>
                    <a:pt x="1939455" y="106172"/>
                  </a:lnTo>
                  <a:lnTo>
                    <a:pt x="1939455" y="25019"/>
                  </a:lnTo>
                  <a:lnTo>
                    <a:pt x="1755305" y="25019"/>
                  </a:lnTo>
                  <a:lnTo>
                    <a:pt x="1755305" y="44577"/>
                  </a:lnTo>
                  <a:lnTo>
                    <a:pt x="1917230" y="44577"/>
                  </a:lnTo>
                  <a:lnTo>
                    <a:pt x="1917230" y="86995"/>
                  </a:lnTo>
                  <a:lnTo>
                    <a:pt x="1754797" y="86995"/>
                  </a:lnTo>
                  <a:lnTo>
                    <a:pt x="1754797" y="173482"/>
                  </a:lnTo>
                  <a:lnTo>
                    <a:pt x="1836712" y="173482"/>
                  </a:lnTo>
                  <a:lnTo>
                    <a:pt x="1836712" y="225679"/>
                  </a:lnTo>
                  <a:lnTo>
                    <a:pt x="1714538" y="225679"/>
                  </a:lnTo>
                  <a:lnTo>
                    <a:pt x="1714538" y="245491"/>
                  </a:lnTo>
                  <a:lnTo>
                    <a:pt x="1980984" y="245491"/>
                  </a:lnTo>
                  <a:lnTo>
                    <a:pt x="1980984" y="225679"/>
                  </a:lnTo>
                  <a:close/>
                </a:path>
                <a:path w="2590800" h="310515">
                  <a:moveTo>
                    <a:pt x="2165642" y="130810"/>
                  </a:moveTo>
                  <a:lnTo>
                    <a:pt x="2132076" y="105816"/>
                  </a:lnTo>
                  <a:lnTo>
                    <a:pt x="2116886" y="84455"/>
                  </a:lnTo>
                  <a:lnTo>
                    <a:pt x="2115185" y="81673"/>
                  </a:lnTo>
                  <a:lnTo>
                    <a:pt x="2109762" y="68745"/>
                  </a:lnTo>
                  <a:lnTo>
                    <a:pt x="2106511" y="55486"/>
                  </a:lnTo>
                  <a:lnTo>
                    <a:pt x="2105444" y="41910"/>
                  </a:lnTo>
                  <a:lnTo>
                    <a:pt x="2105444" y="34163"/>
                  </a:lnTo>
                  <a:lnTo>
                    <a:pt x="2157768" y="34163"/>
                  </a:lnTo>
                  <a:lnTo>
                    <a:pt x="2157768" y="14097"/>
                  </a:lnTo>
                  <a:lnTo>
                    <a:pt x="2031911" y="14097"/>
                  </a:lnTo>
                  <a:lnTo>
                    <a:pt x="2031911" y="34163"/>
                  </a:lnTo>
                  <a:lnTo>
                    <a:pt x="2083600" y="34163"/>
                  </a:lnTo>
                  <a:lnTo>
                    <a:pt x="2083600" y="41910"/>
                  </a:lnTo>
                  <a:lnTo>
                    <a:pt x="2073846" y="85115"/>
                  </a:lnTo>
                  <a:lnTo>
                    <a:pt x="2046401" y="122288"/>
                  </a:lnTo>
                  <a:lnTo>
                    <a:pt x="2021751" y="139319"/>
                  </a:lnTo>
                  <a:lnTo>
                    <a:pt x="2038007" y="154559"/>
                  </a:lnTo>
                  <a:lnTo>
                    <a:pt x="2072805" y="122428"/>
                  </a:lnTo>
                  <a:lnTo>
                    <a:pt x="2094903" y="84455"/>
                  </a:lnTo>
                  <a:lnTo>
                    <a:pt x="2098941" y="92481"/>
                  </a:lnTo>
                  <a:lnTo>
                    <a:pt x="2126907" y="127889"/>
                  </a:lnTo>
                  <a:lnTo>
                    <a:pt x="2151037" y="146939"/>
                  </a:lnTo>
                  <a:lnTo>
                    <a:pt x="2165642" y="130810"/>
                  </a:lnTo>
                  <a:close/>
                </a:path>
                <a:path w="2590800" h="310515">
                  <a:moveTo>
                    <a:pt x="2211362" y="5842"/>
                  </a:moveTo>
                  <a:lnTo>
                    <a:pt x="2189518" y="5842"/>
                  </a:lnTo>
                  <a:lnTo>
                    <a:pt x="2189518" y="63119"/>
                  </a:lnTo>
                  <a:lnTo>
                    <a:pt x="2142782" y="63119"/>
                  </a:lnTo>
                  <a:lnTo>
                    <a:pt x="2142782" y="82931"/>
                  </a:lnTo>
                  <a:lnTo>
                    <a:pt x="2189518" y="82931"/>
                  </a:lnTo>
                  <a:lnTo>
                    <a:pt x="2189518" y="162814"/>
                  </a:lnTo>
                  <a:lnTo>
                    <a:pt x="2211362" y="162814"/>
                  </a:lnTo>
                  <a:lnTo>
                    <a:pt x="2211362" y="5842"/>
                  </a:lnTo>
                  <a:close/>
                </a:path>
                <a:path w="2590800" h="310515">
                  <a:moveTo>
                    <a:pt x="2263178" y="178689"/>
                  </a:moveTo>
                  <a:lnTo>
                    <a:pt x="2076361" y="178689"/>
                  </a:lnTo>
                  <a:lnTo>
                    <a:pt x="2076361" y="198374"/>
                  </a:lnTo>
                  <a:lnTo>
                    <a:pt x="2240953" y="198374"/>
                  </a:lnTo>
                  <a:lnTo>
                    <a:pt x="2240953" y="287147"/>
                  </a:lnTo>
                  <a:lnTo>
                    <a:pt x="2263178" y="287147"/>
                  </a:lnTo>
                  <a:lnTo>
                    <a:pt x="2263178" y="178689"/>
                  </a:lnTo>
                  <a:close/>
                </a:path>
                <a:path w="2590800" h="310515">
                  <a:moveTo>
                    <a:pt x="2263178" y="0"/>
                  </a:moveTo>
                  <a:lnTo>
                    <a:pt x="2240953" y="0"/>
                  </a:lnTo>
                  <a:lnTo>
                    <a:pt x="2240953" y="162814"/>
                  </a:lnTo>
                  <a:lnTo>
                    <a:pt x="2263178" y="162814"/>
                  </a:lnTo>
                  <a:lnTo>
                    <a:pt x="2263178" y="0"/>
                  </a:lnTo>
                  <a:close/>
                </a:path>
                <a:path w="2590800" h="310515">
                  <a:moveTo>
                    <a:pt x="2554008" y="148082"/>
                  </a:moveTo>
                  <a:lnTo>
                    <a:pt x="2389035" y="148082"/>
                  </a:lnTo>
                  <a:lnTo>
                    <a:pt x="2389035" y="108839"/>
                  </a:lnTo>
                  <a:lnTo>
                    <a:pt x="2541181" y="108839"/>
                  </a:lnTo>
                  <a:lnTo>
                    <a:pt x="2541181" y="89027"/>
                  </a:lnTo>
                  <a:lnTo>
                    <a:pt x="2389035" y="89027"/>
                  </a:lnTo>
                  <a:lnTo>
                    <a:pt x="2389035" y="47498"/>
                  </a:lnTo>
                  <a:lnTo>
                    <a:pt x="2549309" y="47498"/>
                  </a:lnTo>
                  <a:lnTo>
                    <a:pt x="2549309" y="28067"/>
                  </a:lnTo>
                  <a:lnTo>
                    <a:pt x="2367191" y="28067"/>
                  </a:lnTo>
                  <a:lnTo>
                    <a:pt x="2367191" y="167894"/>
                  </a:lnTo>
                  <a:lnTo>
                    <a:pt x="2554008" y="167894"/>
                  </a:lnTo>
                  <a:lnTo>
                    <a:pt x="2554008" y="148082"/>
                  </a:lnTo>
                  <a:close/>
                </a:path>
                <a:path w="2590800" h="310515">
                  <a:moveTo>
                    <a:pt x="2590584" y="222250"/>
                  </a:moveTo>
                  <a:lnTo>
                    <a:pt x="2324138" y="222250"/>
                  </a:lnTo>
                  <a:lnTo>
                    <a:pt x="2324138" y="242062"/>
                  </a:lnTo>
                  <a:lnTo>
                    <a:pt x="2590584" y="242062"/>
                  </a:lnTo>
                  <a:lnTo>
                    <a:pt x="2590584" y="222250"/>
                  </a:lnTo>
                  <a:close/>
                </a:path>
              </a:pathLst>
            </a:custGeom>
            <a:solidFill>
              <a:srgbClr val="0958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83996" y="1884679"/>
            <a:ext cx="9587230" cy="1146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0" indent="-139700">
              <a:lnSpc>
                <a:spcPct val="100000"/>
              </a:lnSpc>
              <a:spcBef>
                <a:spcPts val="95"/>
              </a:spcBef>
              <a:buClr>
                <a:srgbClr val="53158D"/>
              </a:buClr>
              <a:buFont typeface="Wingdings"/>
              <a:buChar char=""/>
              <a:tabLst>
                <a:tab pos="152400" algn="l"/>
              </a:tabLst>
            </a:pPr>
            <a:r>
              <a:rPr sz="1600" spc="-95" dirty="0">
                <a:latin typeface="맑은 고딕"/>
                <a:cs typeface="맑은 고딕"/>
              </a:rPr>
              <a:t>리눅스</a:t>
            </a:r>
            <a:r>
              <a:rPr sz="1600" spc="-254" dirty="0">
                <a:latin typeface="맑은 고딕"/>
                <a:cs typeface="맑은 고딕"/>
              </a:rPr>
              <a:t> </a:t>
            </a:r>
            <a:r>
              <a:rPr sz="1600" spc="-95" dirty="0">
                <a:latin typeface="맑은 고딕"/>
                <a:cs typeface="맑은 고딕"/>
              </a:rPr>
              <a:t>서버의</a:t>
            </a:r>
            <a:r>
              <a:rPr sz="1600" spc="-254" dirty="0">
                <a:latin typeface="맑은 고딕"/>
                <a:cs typeface="맑은 고딕"/>
              </a:rPr>
              <a:t> </a:t>
            </a:r>
            <a:r>
              <a:rPr sz="1600" spc="-100" dirty="0">
                <a:latin typeface="함초롬바탕"/>
                <a:cs typeface="함초롬바탕"/>
              </a:rPr>
              <a:t>CPU,</a:t>
            </a:r>
            <a:r>
              <a:rPr sz="1600" spc="-145" dirty="0">
                <a:latin typeface="함초롬바탕"/>
                <a:cs typeface="함초롬바탕"/>
              </a:rPr>
              <a:t> </a:t>
            </a:r>
            <a:r>
              <a:rPr sz="1600" spc="-105" dirty="0">
                <a:latin typeface="맑은 고딕"/>
                <a:cs typeface="맑은 고딕"/>
              </a:rPr>
              <a:t>메모리</a:t>
            </a:r>
            <a:r>
              <a:rPr sz="1600" spc="-105" dirty="0">
                <a:latin typeface="함초롬바탕"/>
                <a:cs typeface="함초롬바탕"/>
              </a:rPr>
              <a:t>,</a:t>
            </a:r>
            <a:r>
              <a:rPr sz="1600" spc="-170" dirty="0">
                <a:latin typeface="함초롬바탕"/>
                <a:cs typeface="함초롬바탕"/>
              </a:rPr>
              <a:t> </a:t>
            </a:r>
            <a:r>
              <a:rPr sz="1600" spc="-95" dirty="0">
                <a:latin typeface="맑은 고딕"/>
                <a:cs typeface="맑은 고딕"/>
              </a:rPr>
              <a:t>디스크</a:t>
            </a:r>
            <a:r>
              <a:rPr sz="1600" spc="-254" dirty="0">
                <a:latin typeface="맑은 고딕"/>
                <a:cs typeface="맑은 고딕"/>
              </a:rPr>
              <a:t> </a:t>
            </a:r>
            <a:r>
              <a:rPr sz="1600" spc="-95" dirty="0">
                <a:latin typeface="맑은 고딕"/>
                <a:cs typeface="맑은 고딕"/>
              </a:rPr>
              <a:t>상태를</a:t>
            </a:r>
            <a:r>
              <a:rPr sz="1600" spc="-245" dirty="0">
                <a:latin typeface="맑은 고딕"/>
                <a:cs typeface="맑은 고딕"/>
              </a:rPr>
              <a:t> </a:t>
            </a:r>
            <a:r>
              <a:rPr sz="1600" spc="-110" dirty="0">
                <a:latin typeface="맑은 고딕"/>
                <a:cs typeface="맑은 고딕"/>
              </a:rPr>
              <a:t>시각적으로</a:t>
            </a:r>
            <a:r>
              <a:rPr sz="1600" spc="-245" dirty="0">
                <a:latin typeface="맑은 고딕"/>
                <a:cs typeface="맑은 고딕"/>
              </a:rPr>
              <a:t> </a:t>
            </a:r>
            <a:r>
              <a:rPr sz="1600" spc="-25" dirty="0">
                <a:latin typeface="맑은 고딕"/>
                <a:cs typeface="맑은 고딕"/>
              </a:rPr>
              <a:t>볼</a:t>
            </a:r>
            <a:r>
              <a:rPr sz="1600" spc="-270" dirty="0">
                <a:latin typeface="맑은 고딕"/>
                <a:cs typeface="맑은 고딕"/>
              </a:rPr>
              <a:t> </a:t>
            </a:r>
            <a:r>
              <a:rPr sz="1600" spc="-25" dirty="0">
                <a:latin typeface="맑은 고딕"/>
                <a:cs typeface="맑은 고딕"/>
              </a:rPr>
              <a:t>수</a:t>
            </a:r>
            <a:r>
              <a:rPr sz="1600" spc="-270" dirty="0">
                <a:latin typeface="맑은 고딕"/>
                <a:cs typeface="맑은 고딕"/>
              </a:rPr>
              <a:t> </a:t>
            </a:r>
            <a:r>
              <a:rPr sz="1600" spc="-80" dirty="0">
                <a:latin typeface="맑은 고딕"/>
                <a:cs typeface="맑은 고딕"/>
              </a:rPr>
              <a:t>있는</a:t>
            </a:r>
            <a:r>
              <a:rPr sz="1600" spc="-270" dirty="0">
                <a:latin typeface="맑은 고딕"/>
                <a:cs typeface="맑은 고딕"/>
              </a:rPr>
              <a:t> </a:t>
            </a:r>
            <a:r>
              <a:rPr sz="1600" spc="-110" dirty="0">
                <a:latin typeface="맑은 고딕"/>
                <a:cs typeface="맑은 고딕"/>
              </a:rPr>
              <a:t>웹페이지를</a:t>
            </a:r>
            <a:r>
              <a:rPr sz="1600" spc="-235" dirty="0">
                <a:latin typeface="맑은 고딕"/>
                <a:cs typeface="맑은 고딕"/>
              </a:rPr>
              <a:t> </a:t>
            </a:r>
            <a:r>
              <a:rPr sz="1600" spc="-25" dirty="0">
                <a:latin typeface="맑은 고딕"/>
                <a:cs typeface="맑은 고딕"/>
              </a:rPr>
              <a:t>작성</a:t>
            </a:r>
            <a:endParaRPr sz="1600">
              <a:latin typeface="맑은 고딕"/>
              <a:cs typeface="맑은 고딕"/>
            </a:endParaRPr>
          </a:p>
          <a:p>
            <a:pPr marL="152400" indent="-139700">
              <a:lnSpc>
                <a:spcPct val="100000"/>
              </a:lnSpc>
              <a:spcBef>
                <a:spcPts val="1535"/>
              </a:spcBef>
              <a:buClr>
                <a:srgbClr val="53158D"/>
              </a:buClr>
              <a:buFont typeface="Wingdings"/>
              <a:buChar char=""/>
              <a:tabLst>
                <a:tab pos="152400" algn="l"/>
              </a:tabLst>
            </a:pPr>
            <a:r>
              <a:rPr sz="1600" spc="-114" dirty="0">
                <a:latin typeface="맑은 고딕"/>
                <a:cs typeface="맑은 고딕"/>
              </a:rPr>
              <a:t>프로그래머가</a:t>
            </a:r>
            <a:r>
              <a:rPr sz="1600" spc="-220" dirty="0">
                <a:latin typeface="맑은 고딕"/>
                <a:cs typeface="맑은 고딕"/>
              </a:rPr>
              <a:t> </a:t>
            </a:r>
            <a:r>
              <a:rPr sz="1600" spc="-80" dirty="0">
                <a:latin typeface="맑은 고딕"/>
                <a:cs typeface="맑은 고딕"/>
              </a:rPr>
              <a:t>이미</a:t>
            </a:r>
            <a:r>
              <a:rPr sz="1600" spc="-245" dirty="0">
                <a:latin typeface="맑은 고딕"/>
                <a:cs typeface="맑은 고딕"/>
              </a:rPr>
              <a:t> </a:t>
            </a:r>
            <a:r>
              <a:rPr sz="1600" spc="-110" dirty="0">
                <a:latin typeface="맑은 고딕"/>
                <a:cs typeface="맑은 고딕"/>
              </a:rPr>
              <a:t>웹페이지를</a:t>
            </a:r>
            <a:r>
              <a:rPr sz="1600" spc="-225" dirty="0">
                <a:latin typeface="맑은 고딕"/>
                <a:cs typeface="맑은 고딕"/>
              </a:rPr>
              <a:t> </a:t>
            </a:r>
            <a:r>
              <a:rPr sz="1600" spc="-10" dirty="0">
                <a:latin typeface="맑은 고딕"/>
                <a:cs typeface="맑은 고딕"/>
              </a:rPr>
              <a:t>작성하였음</a:t>
            </a:r>
            <a:endParaRPr sz="1600">
              <a:latin typeface="맑은 고딕"/>
              <a:cs typeface="맑은 고딕"/>
            </a:endParaRPr>
          </a:p>
          <a:p>
            <a:pPr marL="152400" indent="-139700">
              <a:lnSpc>
                <a:spcPct val="100000"/>
              </a:lnSpc>
              <a:spcBef>
                <a:spcPts val="1540"/>
              </a:spcBef>
              <a:buClr>
                <a:srgbClr val="53158D"/>
              </a:buClr>
              <a:buFont typeface="Wingdings"/>
              <a:buChar char=""/>
              <a:tabLst>
                <a:tab pos="152400" algn="l"/>
              </a:tabLst>
            </a:pPr>
            <a:r>
              <a:rPr sz="1600" spc="-95" dirty="0">
                <a:latin typeface="맑은 고딕"/>
                <a:cs typeface="맑은 고딕"/>
              </a:rPr>
              <a:t>당신은</a:t>
            </a:r>
            <a:r>
              <a:rPr sz="1600" spc="-265" dirty="0">
                <a:latin typeface="맑은 고딕"/>
                <a:cs typeface="맑은 고딕"/>
              </a:rPr>
              <a:t> </a:t>
            </a:r>
            <a:r>
              <a:rPr sz="1600" spc="-25" dirty="0">
                <a:latin typeface="맑은 고딕"/>
                <a:cs typeface="맑은 고딕"/>
              </a:rPr>
              <a:t>이</a:t>
            </a:r>
            <a:r>
              <a:rPr sz="1600" spc="-270" dirty="0">
                <a:latin typeface="맑은 고딕"/>
                <a:cs typeface="맑은 고딕"/>
              </a:rPr>
              <a:t> </a:t>
            </a:r>
            <a:r>
              <a:rPr sz="1600" spc="-105" dirty="0">
                <a:latin typeface="맑은 고딕"/>
                <a:cs typeface="맑은 고딕"/>
              </a:rPr>
              <a:t>페이지를</a:t>
            </a:r>
            <a:r>
              <a:rPr sz="1600" spc="-245" dirty="0">
                <a:latin typeface="맑은 고딕"/>
                <a:cs typeface="맑은 고딕"/>
              </a:rPr>
              <a:t> </a:t>
            </a:r>
            <a:r>
              <a:rPr sz="1600" spc="-25" dirty="0">
                <a:latin typeface="맑은 고딕"/>
                <a:cs typeface="맑은 고딕"/>
              </a:rPr>
              <a:t>웹</a:t>
            </a:r>
            <a:r>
              <a:rPr sz="1600" spc="-270" dirty="0">
                <a:latin typeface="맑은 고딕"/>
                <a:cs typeface="맑은 고딕"/>
              </a:rPr>
              <a:t> </a:t>
            </a:r>
            <a:r>
              <a:rPr sz="1600" spc="-95" dirty="0">
                <a:latin typeface="맑은 고딕"/>
                <a:cs typeface="맑은 고딕"/>
              </a:rPr>
              <a:t>서버에</a:t>
            </a:r>
            <a:r>
              <a:rPr sz="1600" spc="-254" dirty="0">
                <a:latin typeface="맑은 고딕"/>
                <a:cs typeface="맑은 고딕"/>
              </a:rPr>
              <a:t> </a:t>
            </a:r>
            <a:r>
              <a:rPr sz="1600" spc="-105" dirty="0">
                <a:latin typeface="맑은 고딕"/>
                <a:cs typeface="맑은 고딕"/>
              </a:rPr>
              <a:t>게시하고</a:t>
            </a:r>
            <a:r>
              <a:rPr sz="1600" spc="-240" dirty="0">
                <a:latin typeface="맑은 고딕"/>
                <a:cs typeface="맑은 고딕"/>
              </a:rPr>
              <a:t> </a:t>
            </a:r>
            <a:r>
              <a:rPr sz="1600" spc="-95" dirty="0">
                <a:latin typeface="맑은 고딕"/>
                <a:cs typeface="맑은 고딕"/>
              </a:rPr>
              <a:t>리눅스</a:t>
            </a:r>
            <a:r>
              <a:rPr sz="1600" spc="-250" dirty="0">
                <a:latin typeface="맑은 고딕"/>
                <a:cs typeface="맑은 고딕"/>
              </a:rPr>
              <a:t> </a:t>
            </a:r>
            <a:r>
              <a:rPr sz="1600" spc="-25" dirty="0">
                <a:latin typeface="맑은 고딕"/>
                <a:cs typeface="맑은 고딕"/>
              </a:rPr>
              <a:t>쉘</a:t>
            </a:r>
            <a:r>
              <a:rPr sz="1600" spc="-275" dirty="0">
                <a:latin typeface="맑은 고딕"/>
                <a:cs typeface="맑은 고딕"/>
              </a:rPr>
              <a:t> </a:t>
            </a:r>
            <a:r>
              <a:rPr sz="1600" spc="-114" dirty="0">
                <a:latin typeface="맑은 고딕"/>
                <a:cs typeface="맑은 고딕"/>
              </a:rPr>
              <a:t>프로그램으로</a:t>
            </a:r>
            <a:r>
              <a:rPr sz="1600" spc="-215" dirty="0">
                <a:latin typeface="맑은 고딕"/>
                <a:cs typeface="맑은 고딕"/>
              </a:rPr>
              <a:t> </a:t>
            </a:r>
            <a:r>
              <a:rPr sz="1600" spc="-110" dirty="0">
                <a:latin typeface="맑은 고딕"/>
                <a:cs typeface="맑은 고딕"/>
              </a:rPr>
              <a:t>실시간으로</a:t>
            </a:r>
            <a:r>
              <a:rPr sz="1600" spc="-245" dirty="0">
                <a:latin typeface="맑은 고딕"/>
                <a:cs typeface="맑은 고딕"/>
              </a:rPr>
              <a:t> </a:t>
            </a:r>
            <a:r>
              <a:rPr sz="1600" spc="-105" dirty="0">
                <a:latin typeface="맑은 고딕"/>
                <a:cs typeface="맑은 고딕"/>
              </a:rPr>
              <a:t>데이터가</a:t>
            </a:r>
            <a:r>
              <a:rPr sz="1600" spc="-240" dirty="0">
                <a:latin typeface="맑은 고딕"/>
                <a:cs typeface="맑은 고딕"/>
              </a:rPr>
              <a:t> </a:t>
            </a:r>
            <a:r>
              <a:rPr sz="1600" spc="-110" dirty="0">
                <a:latin typeface="맑은 고딕"/>
                <a:cs typeface="맑은 고딕"/>
              </a:rPr>
              <a:t>연결되도록</a:t>
            </a:r>
            <a:r>
              <a:rPr sz="1600" spc="-229" dirty="0">
                <a:latin typeface="맑은 고딕"/>
                <a:cs typeface="맑은 고딕"/>
              </a:rPr>
              <a:t> </a:t>
            </a:r>
            <a:r>
              <a:rPr sz="1600" spc="-80" dirty="0">
                <a:latin typeface="맑은 고딕"/>
                <a:cs typeface="맑은 고딕"/>
              </a:rPr>
              <a:t>작성</a:t>
            </a:r>
            <a:r>
              <a:rPr sz="1600" spc="-254" dirty="0">
                <a:latin typeface="맑은 고딕"/>
                <a:cs typeface="맑은 고딕"/>
              </a:rPr>
              <a:t> </a:t>
            </a:r>
            <a:r>
              <a:rPr sz="1600" spc="-95" dirty="0">
                <a:latin typeface="맑은 고딕"/>
                <a:cs typeface="맑은 고딕"/>
              </a:rPr>
              <a:t>운영할</a:t>
            </a:r>
            <a:r>
              <a:rPr sz="1600" spc="-250" dirty="0">
                <a:latin typeface="맑은 고딕"/>
                <a:cs typeface="맑은 고딕"/>
              </a:rPr>
              <a:t> </a:t>
            </a:r>
            <a:r>
              <a:rPr sz="1600" spc="-50" dirty="0">
                <a:latin typeface="맑은 고딕"/>
                <a:cs typeface="맑은 고딕"/>
              </a:rPr>
              <a:t>것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22416" y="6575856"/>
            <a:ext cx="514984" cy="1612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50" dirty="0">
                <a:latin typeface="맑은 고딕"/>
                <a:cs typeface="맑은 고딕"/>
              </a:rPr>
              <a:t>완성</a:t>
            </a:r>
            <a:r>
              <a:rPr sz="850" spc="65" dirty="0">
                <a:latin typeface="맑은 고딕"/>
                <a:cs typeface="맑은 고딕"/>
              </a:rPr>
              <a:t> </a:t>
            </a:r>
            <a:r>
              <a:rPr sz="850" spc="-25" dirty="0">
                <a:latin typeface="맑은 고딕"/>
                <a:cs typeface="맑은 고딕"/>
              </a:rPr>
              <a:t>화면</a:t>
            </a:r>
            <a:endParaRPr sz="850">
              <a:latin typeface="맑은 고딕"/>
              <a:cs typeface="맑은 고딕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87066" y="3253422"/>
            <a:ext cx="6446392" cy="32595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8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①</a:t>
            </a:r>
            <a:r>
              <a:rPr spc="-70" dirty="0"/>
              <a:t> </a:t>
            </a:r>
            <a:r>
              <a:rPr spc="-20" dirty="0"/>
              <a:t>Task</a:t>
            </a:r>
            <a:r>
              <a:rPr spc="-4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996" y="2319019"/>
            <a:ext cx="9355455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3995" indent="-201295">
              <a:lnSpc>
                <a:spcPct val="100000"/>
              </a:lnSpc>
              <a:spcBef>
                <a:spcPts val="95"/>
              </a:spcBef>
              <a:buFont typeface="Consolas"/>
              <a:buChar char="∙"/>
              <a:tabLst>
                <a:tab pos="213995" algn="l"/>
              </a:tabLst>
            </a:pPr>
            <a:r>
              <a:rPr sz="1600" spc="-40" dirty="0">
                <a:latin typeface="맑은 고딕"/>
                <a:cs typeface="맑은 고딕"/>
              </a:rPr>
              <a:t>파일서버에</a:t>
            </a:r>
            <a:r>
              <a:rPr sz="1600" spc="-7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교안</a:t>
            </a:r>
            <a:r>
              <a:rPr sz="1600" spc="35" dirty="0">
                <a:latin typeface="맑은 고딕"/>
                <a:cs typeface="맑은 고딕"/>
              </a:rPr>
              <a:t> </a:t>
            </a:r>
            <a:r>
              <a:rPr sz="1600" spc="-40" dirty="0">
                <a:latin typeface="맑은 고딕"/>
                <a:cs typeface="맑은 고딕"/>
              </a:rPr>
              <a:t>디렉토리에</a:t>
            </a:r>
            <a:r>
              <a:rPr sz="1600" spc="5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있는</a:t>
            </a:r>
            <a:r>
              <a:rPr sz="1600" spc="40" dirty="0">
                <a:latin typeface="맑은 고딕"/>
                <a:cs typeface="맑은 고딕"/>
              </a:rPr>
              <a:t> </a:t>
            </a:r>
            <a:r>
              <a:rPr sz="1600" spc="-80" dirty="0">
                <a:latin typeface="Consolas"/>
                <a:cs typeface="Consolas"/>
              </a:rPr>
              <a:t>serverstatus.html</a:t>
            </a:r>
            <a:r>
              <a:rPr sz="1600" spc="-80" dirty="0">
                <a:latin typeface="맑은 고딕"/>
                <a:cs typeface="맑은 고딕"/>
              </a:rPr>
              <a:t>과</a:t>
            </a:r>
            <a:r>
              <a:rPr sz="1600" spc="65" dirty="0">
                <a:latin typeface="맑은 고딕"/>
                <a:cs typeface="맑은 고딕"/>
              </a:rPr>
              <a:t> </a:t>
            </a:r>
            <a:r>
              <a:rPr sz="1600" spc="-75" dirty="0">
                <a:latin typeface="Consolas"/>
                <a:cs typeface="Consolas"/>
              </a:rPr>
              <a:t>ChartNew</a:t>
            </a:r>
            <a:r>
              <a:rPr sz="1600" spc="-155" dirty="0">
                <a:latin typeface="Consolas"/>
                <a:cs typeface="Consolas"/>
              </a:rPr>
              <a:t> </a:t>
            </a:r>
            <a:r>
              <a:rPr sz="1600" spc="-40" dirty="0">
                <a:latin typeface="맑은 고딕"/>
                <a:cs typeface="맑은 고딕"/>
              </a:rPr>
              <a:t>디렉토리를</a:t>
            </a:r>
            <a:r>
              <a:rPr sz="1600" spc="5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서버의</a:t>
            </a:r>
            <a:r>
              <a:rPr sz="1600" spc="4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웹</a:t>
            </a:r>
            <a:r>
              <a:rPr sz="1600" spc="2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서버</a:t>
            </a:r>
            <a:r>
              <a:rPr sz="1600" spc="35" dirty="0">
                <a:latin typeface="맑은 고딕"/>
                <a:cs typeface="맑은 고딕"/>
              </a:rPr>
              <a:t> </a:t>
            </a:r>
            <a:r>
              <a:rPr sz="1600" spc="-25" dirty="0">
                <a:latin typeface="맑은 고딕"/>
                <a:cs typeface="맑은 고딕"/>
              </a:rPr>
              <a:t>기본</a:t>
            </a:r>
            <a:endParaRPr sz="16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</a:pPr>
            <a:r>
              <a:rPr sz="1600" spc="-45" dirty="0">
                <a:latin typeface="맑은 고딕"/>
                <a:cs typeface="맑은 고딕"/>
              </a:rPr>
              <a:t>디렉토리로</a:t>
            </a:r>
            <a:r>
              <a:rPr sz="1600" spc="-25" dirty="0">
                <a:latin typeface="맑은 고딕"/>
                <a:cs typeface="맑은 고딕"/>
              </a:rPr>
              <a:t> 옮김</a:t>
            </a:r>
            <a:endParaRPr sz="1600">
              <a:latin typeface="맑은 고딕"/>
              <a:cs typeface="맑은 고딕"/>
            </a:endParaRPr>
          </a:p>
          <a:p>
            <a:pPr marL="12700" marR="5080" indent="201295">
              <a:lnSpc>
                <a:spcPct val="100000"/>
              </a:lnSpc>
              <a:spcBef>
                <a:spcPts val="960"/>
              </a:spcBef>
              <a:buClr>
                <a:srgbClr val="000000"/>
              </a:buClr>
              <a:buChar char="∙"/>
              <a:tabLst>
                <a:tab pos="213995" algn="l"/>
              </a:tabLst>
            </a:pPr>
            <a:r>
              <a:rPr sz="1600" u="sng" spc="-9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onsolas"/>
                <a:cs typeface="Consolas"/>
              </a:rPr>
              <a:t>http://192.168.23.2xx:800/serverstatus.html</a:t>
            </a:r>
            <a:r>
              <a:rPr sz="1600" u="none" spc="-130" dirty="0">
                <a:solidFill>
                  <a:srgbClr val="0462C1"/>
                </a:solidFill>
                <a:latin typeface="Consolas"/>
                <a:cs typeface="Consolas"/>
              </a:rPr>
              <a:t> </a:t>
            </a:r>
            <a:r>
              <a:rPr sz="1600" u="none" dirty="0">
                <a:latin typeface="맑은 고딕"/>
                <a:cs typeface="맑은 고딕"/>
              </a:rPr>
              <a:t>을</a:t>
            </a:r>
            <a:r>
              <a:rPr sz="1600" u="none" spc="20" dirty="0">
                <a:latin typeface="맑은 고딕"/>
                <a:cs typeface="맑은 고딕"/>
              </a:rPr>
              <a:t> </a:t>
            </a:r>
            <a:r>
              <a:rPr sz="1600" u="none" spc="-40" dirty="0">
                <a:latin typeface="맑은 고딕"/>
                <a:cs typeface="맑은 고딕"/>
              </a:rPr>
              <a:t>실행시켜서</a:t>
            </a:r>
            <a:r>
              <a:rPr sz="1600" u="none" spc="85" dirty="0">
                <a:latin typeface="맑은 고딕"/>
                <a:cs typeface="맑은 고딕"/>
              </a:rPr>
              <a:t> </a:t>
            </a:r>
            <a:r>
              <a:rPr sz="1600" u="none" dirty="0">
                <a:latin typeface="맑은 고딕"/>
                <a:cs typeface="맑은 고딕"/>
              </a:rPr>
              <a:t>화면을</a:t>
            </a:r>
            <a:r>
              <a:rPr sz="1600" u="none" spc="50" dirty="0">
                <a:latin typeface="맑은 고딕"/>
                <a:cs typeface="맑은 고딕"/>
              </a:rPr>
              <a:t> </a:t>
            </a:r>
            <a:r>
              <a:rPr sz="1600" u="none" dirty="0">
                <a:latin typeface="맑은 고딕"/>
                <a:cs typeface="맑은 고딕"/>
              </a:rPr>
              <a:t>캡쳐</a:t>
            </a:r>
            <a:r>
              <a:rPr sz="1600" u="none" spc="55" dirty="0">
                <a:latin typeface="맑은 고딕"/>
                <a:cs typeface="맑은 고딕"/>
              </a:rPr>
              <a:t> </a:t>
            </a:r>
            <a:r>
              <a:rPr sz="1600" u="none" dirty="0">
                <a:latin typeface="Consolas"/>
                <a:cs typeface="Consolas"/>
              </a:rPr>
              <a:t>(</a:t>
            </a:r>
            <a:r>
              <a:rPr sz="1600" u="none" dirty="0">
                <a:latin typeface="맑은 고딕"/>
                <a:cs typeface="맑은 고딕"/>
              </a:rPr>
              <a:t>단</a:t>
            </a:r>
            <a:r>
              <a:rPr sz="1600" u="none" spc="45" dirty="0">
                <a:latin typeface="맑은 고딕"/>
                <a:cs typeface="맑은 고딕"/>
              </a:rPr>
              <a:t> </a:t>
            </a:r>
            <a:r>
              <a:rPr sz="1600" u="none" spc="-10" dirty="0">
                <a:latin typeface="Consolas"/>
                <a:cs typeface="Consolas"/>
              </a:rPr>
              <a:t>PC</a:t>
            </a:r>
            <a:r>
              <a:rPr sz="1600" u="none" spc="-10" dirty="0">
                <a:latin typeface="맑은 고딕"/>
                <a:cs typeface="맑은 고딕"/>
              </a:rPr>
              <a:t>하단</a:t>
            </a:r>
            <a:r>
              <a:rPr sz="1600" u="none" spc="65" dirty="0">
                <a:latin typeface="맑은 고딕"/>
                <a:cs typeface="맑은 고딕"/>
              </a:rPr>
              <a:t> </a:t>
            </a:r>
            <a:r>
              <a:rPr sz="1600" u="none" dirty="0">
                <a:latin typeface="맑은 고딕"/>
                <a:cs typeface="맑은 고딕"/>
              </a:rPr>
              <a:t>시간이</a:t>
            </a:r>
            <a:r>
              <a:rPr sz="1600" u="none" spc="50" dirty="0">
                <a:latin typeface="맑은 고딕"/>
                <a:cs typeface="맑은 고딕"/>
              </a:rPr>
              <a:t> </a:t>
            </a:r>
            <a:r>
              <a:rPr sz="1600" u="none" spc="-25" dirty="0">
                <a:latin typeface="맑은 고딕"/>
                <a:cs typeface="맑은 고딕"/>
              </a:rPr>
              <a:t>같이 </a:t>
            </a:r>
            <a:r>
              <a:rPr sz="1600" u="none" spc="-20" dirty="0">
                <a:latin typeface="맑은 고딕"/>
                <a:cs typeface="맑은 고딕"/>
              </a:rPr>
              <a:t>보이도록</a:t>
            </a:r>
            <a:r>
              <a:rPr sz="1600" u="none" spc="50" dirty="0">
                <a:latin typeface="맑은 고딕"/>
                <a:cs typeface="맑은 고딕"/>
              </a:rPr>
              <a:t> </a:t>
            </a:r>
            <a:r>
              <a:rPr sz="1600" u="none" dirty="0">
                <a:latin typeface="맑은 고딕"/>
                <a:cs typeface="맑은 고딕"/>
              </a:rPr>
              <a:t>할</a:t>
            </a:r>
            <a:r>
              <a:rPr sz="1600" u="none" spc="30" dirty="0">
                <a:latin typeface="맑은 고딕"/>
                <a:cs typeface="맑은 고딕"/>
              </a:rPr>
              <a:t> </a:t>
            </a:r>
            <a:r>
              <a:rPr sz="1600" u="none" spc="-25" dirty="0">
                <a:latin typeface="맑은 고딕"/>
                <a:cs typeface="맑은 고딕"/>
              </a:rPr>
              <a:t>것</a:t>
            </a:r>
            <a:r>
              <a:rPr sz="1600" u="none" spc="-2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1414" y="3499689"/>
            <a:ext cx="6107176" cy="3322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8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②</a:t>
            </a:r>
            <a:r>
              <a:rPr spc="-70" dirty="0"/>
              <a:t> </a:t>
            </a:r>
            <a:r>
              <a:rPr spc="-20" dirty="0"/>
              <a:t>Task</a:t>
            </a:r>
            <a:r>
              <a:rPr spc="-45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996" y="2198194"/>
            <a:ext cx="9272270" cy="1607491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935"/>
              </a:spcBef>
              <a:buChar char="∙"/>
              <a:tabLst>
                <a:tab pos="189865" algn="l"/>
              </a:tabLst>
            </a:pPr>
            <a:r>
              <a:rPr sz="1400" spc="-75" dirty="0">
                <a:latin typeface="Consolas"/>
                <a:cs typeface="Consolas"/>
              </a:rPr>
              <a:t>CPU</a:t>
            </a:r>
            <a:r>
              <a:rPr sz="1400" spc="-125" dirty="0">
                <a:latin typeface="Consolas"/>
                <a:cs typeface="Consolas"/>
              </a:rPr>
              <a:t> </a:t>
            </a:r>
            <a:r>
              <a:rPr sz="1400" dirty="0">
                <a:latin typeface="맑은 고딕"/>
                <a:cs typeface="맑은 고딕"/>
              </a:rPr>
              <a:t>사용</a:t>
            </a:r>
            <a:r>
              <a:rPr sz="1400" spc="-100" dirty="0">
                <a:latin typeface="맑은 고딕"/>
                <a:cs typeface="맑은 고딕"/>
              </a:rPr>
              <a:t> </a:t>
            </a:r>
            <a:r>
              <a:rPr sz="1400" spc="-75" dirty="0">
                <a:latin typeface="Consolas"/>
                <a:cs typeface="Consolas"/>
              </a:rPr>
              <a:t>55.5</a:t>
            </a:r>
            <a:r>
              <a:rPr sz="1400" spc="-114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,CPU</a:t>
            </a:r>
            <a:r>
              <a:rPr sz="1400" spc="-50" dirty="0">
                <a:latin typeface="맑은 고딕"/>
                <a:cs typeface="맑은 고딕"/>
              </a:rPr>
              <a:t>프리</a:t>
            </a:r>
            <a:r>
              <a:rPr sz="1400" spc="-65" dirty="0">
                <a:latin typeface="맑은 고딕"/>
                <a:cs typeface="맑은 고딕"/>
              </a:rPr>
              <a:t> </a:t>
            </a:r>
            <a:r>
              <a:rPr sz="1400" spc="-75" dirty="0">
                <a:latin typeface="Consolas"/>
                <a:cs typeface="Consolas"/>
              </a:rPr>
              <a:t>44.5</a:t>
            </a:r>
            <a:r>
              <a:rPr sz="1400" spc="-120" dirty="0">
                <a:latin typeface="Consolas"/>
                <a:cs typeface="Consolas"/>
              </a:rPr>
              <a:t> </a:t>
            </a:r>
            <a:r>
              <a:rPr sz="1400" spc="-30" dirty="0">
                <a:latin typeface="맑은 고딕"/>
                <a:cs typeface="맑은 고딕"/>
              </a:rPr>
              <a:t>메모리사용</a:t>
            </a:r>
            <a:r>
              <a:rPr sz="1400" spc="55" dirty="0">
                <a:latin typeface="맑은 고딕"/>
                <a:cs typeface="맑은 고딕"/>
              </a:rPr>
              <a:t> </a:t>
            </a:r>
            <a:r>
              <a:rPr sz="1400" spc="-90" dirty="0">
                <a:latin typeface="Consolas"/>
                <a:cs typeface="Consolas"/>
              </a:rPr>
              <a:t>1562464,</a:t>
            </a:r>
            <a:r>
              <a:rPr sz="1400" spc="-105" dirty="0">
                <a:latin typeface="Consolas"/>
                <a:cs typeface="Consolas"/>
              </a:rPr>
              <a:t> </a:t>
            </a:r>
            <a:r>
              <a:rPr sz="1400" dirty="0">
                <a:latin typeface="맑은 고딕"/>
                <a:cs typeface="맑은 고딕"/>
              </a:rPr>
              <a:t>메모리</a:t>
            </a:r>
            <a:r>
              <a:rPr sz="1400" spc="6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프리</a:t>
            </a:r>
            <a:r>
              <a:rPr sz="1400" spc="60" dirty="0">
                <a:latin typeface="맑은 고딕"/>
                <a:cs typeface="맑은 고딕"/>
              </a:rPr>
              <a:t> </a:t>
            </a:r>
            <a:r>
              <a:rPr sz="1400" spc="-90" dirty="0">
                <a:latin typeface="Consolas"/>
                <a:cs typeface="Consolas"/>
              </a:rPr>
              <a:t>1123212,</a:t>
            </a:r>
            <a:r>
              <a:rPr sz="1400" spc="-120" dirty="0">
                <a:latin typeface="Consolas"/>
                <a:cs typeface="Consolas"/>
              </a:rPr>
              <a:t> </a:t>
            </a:r>
            <a:r>
              <a:rPr sz="1400" spc="-85" dirty="0">
                <a:latin typeface="맑은 고딕"/>
                <a:cs typeface="맑은 고딕"/>
              </a:rPr>
              <a:t>디스크사용</a:t>
            </a:r>
            <a:r>
              <a:rPr sz="1400" spc="-85" dirty="0">
                <a:latin typeface="Consolas"/>
                <a:cs typeface="Consolas"/>
              </a:rPr>
              <a:t>123232,</a:t>
            </a:r>
            <a:r>
              <a:rPr sz="1400" spc="-110" dirty="0">
                <a:latin typeface="Consolas"/>
                <a:cs typeface="Consolas"/>
              </a:rPr>
              <a:t> </a:t>
            </a:r>
            <a:r>
              <a:rPr sz="1400" spc="-35" dirty="0">
                <a:latin typeface="맑은 고딕"/>
                <a:cs typeface="맑은 고딕"/>
              </a:rPr>
              <a:t>디스크프리</a:t>
            </a:r>
            <a:r>
              <a:rPr sz="1400" spc="60" dirty="0">
                <a:latin typeface="맑은 고딕"/>
                <a:cs typeface="맑은 고딕"/>
              </a:rPr>
              <a:t> </a:t>
            </a:r>
            <a:r>
              <a:rPr sz="1400" spc="-10" dirty="0">
                <a:latin typeface="Consolas"/>
                <a:cs typeface="Consolas"/>
              </a:rPr>
              <a:t>1231244</a:t>
            </a:r>
            <a:endParaRPr sz="1400" dirty="0">
              <a:latin typeface="Consolas"/>
              <a:cs typeface="Consolas"/>
            </a:endParaRPr>
          </a:p>
          <a:p>
            <a:pPr marL="189230" indent="-176530">
              <a:lnSpc>
                <a:spcPct val="100000"/>
              </a:lnSpc>
              <a:spcBef>
                <a:spcPts val="840"/>
              </a:spcBef>
              <a:buFont typeface="Consolas"/>
              <a:buChar char="∙"/>
              <a:tabLst>
                <a:tab pos="189230" algn="l"/>
              </a:tabLst>
            </a:pPr>
            <a:r>
              <a:rPr sz="1400" dirty="0">
                <a:latin typeface="맑은 고딕"/>
                <a:cs typeface="맑은 고딕"/>
              </a:rPr>
              <a:t>위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수치로</a:t>
            </a:r>
            <a:r>
              <a:rPr sz="1400" spc="-1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표시될</a:t>
            </a:r>
            <a:r>
              <a:rPr sz="1400" spc="-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수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있도록</a:t>
            </a:r>
            <a:r>
              <a:rPr sz="1400" spc="-10" dirty="0">
                <a:latin typeface="맑은 고딕"/>
                <a:cs typeface="맑은 고딕"/>
              </a:rPr>
              <a:t> </a:t>
            </a:r>
            <a:r>
              <a:rPr sz="1400" spc="-55" dirty="0">
                <a:latin typeface="Consolas"/>
                <a:cs typeface="Consolas"/>
              </a:rPr>
              <a:t>html</a:t>
            </a:r>
            <a:r>
              <a:rPr sz="1400" spc="-55" dirty="0">
                <a:latin typeface="맑은 고딕"/>
                <a:cs typeface="맑은 고딕"/>
              </a:rPr>
              <a:t>파일을</a:t>
            </a:r>
            <a:r>
              <a:rPr sz="1400" spc="20" dirty="0">
                <a:latin typeface="맑은 고딕"/>
                <a:cs typeface="맑은 고딕"/>
              </a:rPr>
              <a:t> </a:t>
            </a:r>
            <a:r>
              <a:rPr sz="1400" spc="-20" dirty="0">
                <a:latin typeface="맑은 고딕"/>
                <a:cs typeface="맑은 고딕"/>
              </a:rPr>
              <a:t>분석하여</a:t>
            </a:r>
            <a:r>
              <a:rPr sz="1400" spc="-5" dirty="0">
                <a:latin typeface="맑은 고딕"/>
                <a:cs typeface="맑은 고딕"/>
              </a:rPr>
              <a:t> </a:t>
            </a:r>
            <a:r>
              <a:rPr sz="1400" spc="-25" dirty="0">
                <a:latin typeface="맑은 고딕"/>
                <a:cs typeface="맑은 고딕"/>
              </a:rPr>
              <a:t>고칠것</a:t>
            </a:r>
            <a:endParaRPr sz="1400" dirty="0">
              <a:latin typeface="맑은 고딕"/>
              <a:cs typeface="맑은 고딕"/>
            </a:endParaRPr>
          </a:p>
          <a:p>
            <a:pPr marL="189865" indent="-177165">
              <a:lnSpc>
                <a:spcPct val="100000"/>
              </a:lnSpc>
              <a:spcBef>
                <a:spcPts val="840"/>
              </a:spcBef>
              <a:buFont typeface="Consolas"/>
              <a:buChar char="∙"/>
              <a:tabLst>
                <a:tab pos="189865" algn="l"/>
              </a:tabLst>
            </a:pPr>
            <a:r>
              <a:rPr sz="1400" dirty="0">
                <a:latin typeface="맑은 고딕"/>
                <a:cs typeface="맑은 고딕"/>
              </a:rPr>
              <a:t>고친</a:t>
            </a:r>
            <a:r>
              <a:rPr sz="1400" spc="-1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화면을</a:t>
            </a:r>
            <a:r>
              <a:rPr sz="1400" spc="-1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시간과 </a:t>
            </a:r>
            <a:r>
              <a:rPr sz="1400" dirty="0" err="1">
                <a:latin typeface="맑은 고딕"/>
                <a:cs typeface="맑은 고딕"/>
              </a:rPr>
              <a:t>함께</a:t>
            </a:r>
            <a:r>
              <a:rPr sz="1400" spc="-10" dirty="0">
                <a:latin typeface="맑은 고딕"/>
                <a:cs typeface="맑은 고딕"/>
              </a:rPr>
              <a:t> </a:t>
            </a:r>
            <a:r>
              <a:rPr sz="1400" spc="-25" dirty="0" err="1" smtClean="0">
                <a:latin typeface="맑은 고딕"/>
                <a:cs typeface="맑은 고딕"/>
              </a:rPr>
              <a:t>캡쳐</a:t>
            </a:r>
            <a:endParaRPr lang="en-US" sz="1400" spc="-25" dirty="0" smtClean="0">
              <a:latin typeface="맑은 고딕"/>
              <a:cs typeface="맑은 고딕"/>
            </a:endParaRPr>
          </a:p>
          <a:p>
            <a:pPr marL="189865" indent="-177165">
              <a:lnSpc>
                <a:spcPct val="100000"/>
              </a:lnSpc>
              <a:spcBef>
                <a:spcPts val="840"/>
              </a:spcBef>
              <a:buFont typeface="Consolas"/>
              <a:buChar char="∙"/>
              <a:tabLst>
                <a:tab pos="189865" algn="l"/>
              </a:tabLst>
            </a:pPr>
            <a:endParaRPr lang="en-US" sz="1400" spc="-25" dirty="0">
              <a:latin typeface="맑은 고딕"/>
              <a:cs typeface="맑은 고딕"/>
            </a:endParaRPr>
          </a:p>
          <a:p>
            <a:pPr marL="189865" indent="-177165">
              <a:lnSpc>
                <a:spcPct val="100000"/>
              </a:lnSpc>
              <a:spcBef>
                <a:spcPts val="840"/>
              </a:spcBef>
              <a:buFont typeface="Consolas"/>
              <a:buChar char="∙"/>
              <a:tabLst>
                <a:tab pos="189865" algn="l"/>
              </a:tabLst>
            </a:pPr>
            <a:endParaRPr sz="1400" dirty="0">
              <a:latin typeface="맑은 고딕"/>
              <a:cs typeface="맑은 고딕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33800"/>
            <a:ext cx="9418066" cy="22400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3996" y="1845055"/>
            <a:ext cx="1018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③</a:t>
            </a:r>
            <a:r>
              <a:rPr spc="-70" dirty="0"/>
              <a:t> </a:t>
            </a:r>
            <a:r>
              <a:rPr spc="-20" dirty="0"/>
              <a:t>Task</a:t>
            </a:r>
            <a:r>
              <a:rPr spc="-45" dirty="0"/>
              <a:t> </a:t>
            </a:r>
            <a:r>
              <a:rPr spc="-50"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996" y="2115898"/>
            <a:ext cx="5389245" cy="2471831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935"/>
              </a:spcBef>
              <a:buFont typeface="Consolas"/>
              <a:buChar char="∙"/>
              <a:tabLst>
                <a:tab pos="189865" algn="l"/>
              </a:tabLst>
            </a:pPr>
            <a:r>
              <a:rPr sz="1400" dirty="0">
                <a:latin typeface="맑은 고딕"/>
                <a:cs typeface="맑은 고딕"/>
              </a:rPr>
              <a:t>당신의</a:t>
            </a:r>
            <a:r>
              <a:rPr sz="1400" spc="-6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서버의</a:t>
            </a:r>
            <a:r>
              <a:rPr sz="1400" spc="-60" dirty="0">
                <a:latin typeface="맑은 고딕"/>
                <a:cs typeface="맑은 고딕"/>
              </a:rPr>
              <a:t> </a:t>
            </a:r>
            <a:r>
              <a:rPr sz="1400" spc="-45" dirty="0">
                <a:latin typeface="Consolas"/>
                <a:cs typeface="Consolas"/>
              </a:rPr>
              <a:t>CPU</a:t>
            </a:r>
            <a:r>
              <a:rPr sz="1400" spc="-45" dirty="0">
                <a:latin typeface="맑은 고딕"/>
                <a:cs typeface="맑은 고딕"/>
              </a:rPr>
              <a:t>상황을</a:t>
            </a:r>
            <a:r>
              <a:rPr sz="1400" spc="-3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리눅스</a:t>
            </a:r>
            <a:r>
              <a:rPr sz="1400" spc="-65" dirty="0">
                <a:latin typeface="맑은 고딕"/>
                <a:cs typeface="맑은 고딕"/>
              </a:rPr>
              <a:t> </a:t>
            </a:r>
            <a:r>
              <a:rPr sz="1400" spc="-20" dirty="0">
                <a:latin typeface="맑은 고딕"/>
                <a:cs typeface="맑은 고딕"/>
              </a:rPr>
              <a:t>명령어로</a:t>
            </a:r>
            <a:r>
              <a:rPr sz="1400" spc="-65" dirty="0">
                <a:latin typeface="맑은 고딕"/>
                <a:cs typeface="맑은 고딕"/>
              </a:rPr>
              <a:t> </a:t>
            </a:r>
            <a:r>
              <a:rPr sz="1400" spc="-10" dirty="0">
                <a:latin typeface="맑은 고딕"/>
                <a:cs typeface="맑은 고딕"/>
              </a:rPr>
              <a:t>실행하여</a:t>
            </a:r>
            <a:r>
              <a:rPr sz="1400" spc="-50" dirty="0">
                <a:latin typeface="맑은 고딕"/>
                <a:cs typeface="맑은 고딕"/>
              </a:rPr>
              <a:t> </a:t>
            </a:r>
            <a:r>
              <a:rPr sz="1400" spc="-25" dirty="0">
                <a:latin typeface="맑은 고딕"/>
                <a:cs typeface="맑은 고딕"/>
              </a:rPr>
              <a:t>캡쳐</a:t>
            </a:r>
            <a:endParaRPr sz="1400" dirty="0">
              <a:latin typeface="맑은 고딕"/>
              <a:cs typeface="맑은 고딕"/>
            </a:endParaRPr>
          </a:p>
          <a:p>
            <a:pPr marL="189230" indent="-176530">
              <a:lnSpc>
                <a:spcPct val="100000"/>
              </a:lnSpc>
              <a:spcBef>
                <a:spcPts val="840"/>
              </a:spcBef>
              <a:buFont typeface="Consolas"/>
              <a:buChar char="∙"/>
              <a:tabLst>
                <a:tab pos="189230" algn="l"/>
              </a:tabLst>
            </a:pPr>
            <a:r>
              <a:rPr sz="1400" dirty="0">
                <a:latin typeface="맑은 고딕"/>
                <a:cs typeface="맑은 고딕"/>
              </a:rPr>
              <a:t>당신의</a:t>
            </a:r>
            <a:r>
              <a:rPr sz="1400" spc="-7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서버의</a:t>
            </a:r>
            <a:r>
              <a:rPr sz="1400" spc="-65" dirty="0">
                <a:latin typeface="맑은 고딕"/>
                <a:cs typeface="맑은 고딕"/>
              </a:rPr>
              <a:t> </a:t>
            </a:r>
            <a:r>
              <a:rPr sz="1400" spc="-45" dirty="0">
                <a:latin typeface="맑은 고딕"/>
                <a:cs typeface="맑은 고딕"/>
              </a:rPr>
              <a:t>메모리상황을</a:t>
            </a:r>
            <a:r>
              <a:rPr sz="1400" spc="-6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리눅스</a:t>
            </a:r>
            <a:r>
              <a:rPr sz="1400" spc="-65" dirty="0">
                <a:latin typeface="맑은 고딕"/>
                <a:cs typeface="맑은 고딕"/>
              </a:rPr>
              <a:t> </a:t>
            </a:r>
            <a:r>
              <a:rPr sz="1400" spc="-20" dirty="0">
                <a:latin typeface="맑은 고딕"/>
                <a:cs typeface="맑은 고딕"/>
              </a:rPr>
              <a:t>명령어로</a:t>
            </a:r>
            <a:r>
              <a:rPr sz="1400" spc="-60" dirty="0">
                <a:latin typeface="맑은 고딕"/>
                <a:cs typeface="맑은 고딕"/>
              </a:rPr>
              <a:t> </a:t>
            </a:r>
            <a:r>
              <a:rPr sz="1400" spc="-20" dirty="0">
                <a:latin typeface="맑은 고딕"/>
                <a:cs typeface="맑은 고딕"/>
              </a:rPr>
              <a:t>실행하여</a:t>
            </a:r>
            <a:r>
              <a:rPr sz="1400" spc="-65" dirty="0">
                <a:latin typeface="맑은 고딕"/>
                <a:cs typeface="맑은 고딕"/>
              </a:rPr>
              <a:t> </a:t>
            </a:r>
            <a:r>
              <a:rPr sz="1400" spc="-25" dirty="0">
                <a:latin typeface="맑은 고딕"/>
                <a:cs typeface="맑은 고딕"/>
              </a:rPr>
              <a:t>캡쳐</a:t>
            </a:r>
            <a:endParaRPr sz="1400" dirty="0">
              <a:latin typeface="맑은 고딕"/>
              <a:cs typeface="맑은 고딕"/>
            </a:endParaRPr>
          </a:p>
          <a:p>
            <a:pPr marL="189865" indent="-177165">
              <a:lnSpc>
                <a:spcPct val="100000"/>
              </a:lnSpc>
              <a:spcBef>
                <a:spcPts val="840"/>
              </a:spcBef>
              <a:buFont typeface="Consolas"/>
              <a:buChar char="∙"/>
              <a:tabLst>
                <a:tab pos="189865" algn="l"/>
              </a:tabLst>
            </a:pPr>
            <a:r>
              <a:rPr sz="1400" dirty="0">
                <a:latin typeface="맑은 고딕"/>
                <a:cs typeface="맑은 고딕"/>
              </a:rPr>
              <a:t>당신의</a:t>
            </a:r>
            <a:r>
              <a:rPr sz="1400" spc="-6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서버의</a:t>
            </a:r>
            <a:r>
              <a:rPr sz="1400" spc="-60" dirty="0">
                <a:latin typeface="맑은 고딕"/>
                <a:cs typeface="맑은 고딕"/>
              </a:rPr>
              <a:t> </a:t>
            </a:r>
            <a:r>
              <a:rPr sz="1400" spc="-40" dirty="0">
                <a:latin typeface="맑은 고딕"/>
                <a:cs typeface="맑은 고딕"/>
              </a:rPr>
              <a:t>디스크상황을</a:t>
            </a:r>
            <a:r>
              <a:rPr sz="1400" spc="-5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리눅스</a:t>
            </a:r>
            <a:r>
              <a:rPr sz="1400" spc="-60" dirty="0">
                <a:latin typeface="맑은 고딕"/>
                <a:cs typeface="맑은 고딕"/>
              </a:rPr>
              <a:t> </a:t>
            </a:r>
            <a:r>
              <a:rPr sz="1400" spc="-10" dirty="0">
                <a:latin typeface="맑은 고딕"/>
                <a:cs typeface="맑은 고딕"/>
              </a:rPr>
              <a:t>명령어로</a:t>
            </a:r>
            <a:r>
              <a:rPr sz="1400" spc="-55" dirty="0">
                <a:latin typeface="맑은 고딕"/>
                <a:cs typeface="맑은 고딕"/>
              </a:rPr>
              <a:t> </a:t>
            </a:r>
            <a:r>
              <a:rPr sz="1400" spc="-20" dirty="0">
                <a:latin typeface="맑은 고딕"/>
                <a:cs typeface="맑은 고딕"/>
              </a:rPr>
              <a:t>실행하여</a:t>
            </a:r>
            <a:r>
              <a:rPr sz="1400" spc="-60" dirty="0">
                <a:latin typeface="맑은 고딕"/>
                <a:cs typeface="맑은 고딕"/>
              </a:rPr>
              <a:t> </a:t>
            </a:r>
            <a:r>
              <a:rPr sz="1400" spc="-25" dirty="0">
                <a:latin typeface="맑은 고딕"/>
                <a:cs typeface="맑은 고딕"/>
              </a:rPr>
              <a:t>캡쳐</a:t>
            </a:r>
            <a:endParaRPr sz="1400" dirty="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940"/>
              </a:spcBef>
              <a:buFont typeface="Consolas"/>
              <a:buChar char="∙"/>
            </a:pPr>
            <a:endParaRPr sz="1400" dirty="0">
              <a:latin typeface="맑은 고딕"/>
              <a:cs typeface="맑은 고딕"/>
            </a:endParaRPr>
          </a:p>
          <a:p>
            <a:pPr marL="189865" indent="-177165">
              <a:lnSpc>
                <a:spcPct val="100000"/>
              </a:lnSpc>
              <a:buFont typeface="Consolas"/>
              <a:buChar char="∙"/>
              <a:tabLst>
                <a:tab pos="189865" algn="l"/>
              </a:tabLst>
            </a:pPr>
            <a:r>
              <a:rPr sz="1400" dirty="0">
                <a:latin typeface="맑은 고딕"/>
                <a:cs typeface="맑은 고딕"/>
              </a:rPr>
              <a:t>위의</a:t>
            </a:r>
            <a:r>
              <a:rPr sz="1400" spc="-1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해당</a:t>
            </a:r>
            <a:r>
              <a:rPr sz="1400" spc="-1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값으로 표시될</a:t>
            </a:r>
            <a:r>
              <a:rPr sz="1400" spc="-1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수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있도록</a:t>
            </a:r>
            <a:r>
              <a:rPr sz="1400" spc="-5" dirty="0">
                <a:latin typeface="맑은 고딕"/>
                <a:cs typeface="맑은 고딕"/>
              </a:rPr>
              <a:t> </a:t>
            </a:r>
            <a:r>
              <a:rPr sz="1400" spc="-55" dirty="0">
                <a:latin typeface="Consolas"/>
                <a:cs typeface="Consolas"/>
              </a:rPr>
              <a:t>html</a:t>
            </a:r>
            <a:r>
              <a:rPr sz="1400" spc="-55" dirty="0">
                <a:latin typeface="맑은 고딕"/>
                <a:cs typeface="맑은 고딕"/>
              </a:rPr>
              <a:t>파일을</a:t>
            </a:r>
            <a:r>
              <a:rPr sz="1400" spc="25" dirty="0">
                <a:latin typeface="맑은 고딕"/>
                <a:cs typeface="맑은 고딕"/>
              </a:rPr>
              <a:t> </a:t>
            </a:r>
            <a:r>
              <a:rPr sz="1400" spc="-10" dirty="0">
                <a:latin typeface="맑은 고딕"/>
                <a:cs typeface="맑은 고딕"/>
              </a:rPr>
              <a:t>분석하여</a:t>
            </a:r>
            <a:r>
              <a:rPr sz="1400" spc="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고칠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spc="-50" dirty="0">
                <a:latin typeface="맑은 고딕"/>
                <a:cs typeface="맑은 고딕"/>
              </a:rPr>
              <a:t>것</a:t>
            </a:r>
            <a:endParaRPr sz="1400" dirty="0">
              <a:latin typeface="맑은 고딕"/>
              <a:cs typeface="맑은 고딕"/>
            </a:endParaRPr>
          </a:p>
          <a:p>
            <a:pPr marL="189865" indent="-177165">
              <a:lnSpc>
                <a:spcPct val="100000"/>
              </a:lnSpc>
              <a:spcBef>
                <a:spcPts val="840"/>
              </a:spcBef>
              <a:buFont typeface="Consolas"/>
              <a:buChar char="∙"/>
              <a:tabLst>
                <a:tab pos="189865" algn="l"/>
              </a:tabLst>
            </a:pPr>
            <a:r>
              <a:rPr sz="1400" dirty="0">
                <a:latin typeface="맑은 고딕"/>
                <a:cs typeface="맑은 고딕"/>
              </a:rPr>
              <a:t>고친</a:t>
            </a:r>
            <a:r>
              <a:rPr sz="1400" spc="-1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화면을</a:t>
            </a:r>
            <a:r>
              <a:rPr sz="1400" spc="-1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시간과 </a:t>
            </a:r>
            <a:r>
              <a:rPr sz="1400" dirty="0" err="1">
                <a:latin typeface="맑은 고딕"/>
                <a:cs typeface="맑은 고딕"/>
              </a:rPr>
              <a:t>함께</a:t>
            </a:r>
            <a:r>
              <a:rPr sz="1400" spc="-10" dirty="0">
                <a:latin typeface="맑은 고딕"/>
                <a:cs typeface="맑은 고딕"/>
              </a:rPr>
              <a:t> </a:t>
            </a:r>
            <a:r>
              <a:rPr sz="1400" spc="-25" dirty="0" err="1" smtClean="0">
                <a:latin typeface="맑은 고딕"/>
                <a:cs typeface="맑은 고딕"/>
              </a:rPr>
              <a:t>캡쳐</a:t>
            </a:r>
            <a:endParaRPr lang="en-US" sz="1400" spc="-25" dirty="0" smtClean="0">
              <a:latin typeface="맑은 고딕"/>
              <a:cs typeface="맑은 고딕"/>
            </a:endParaRPr>
          </a:p>
          <a:p>
            <a:pPr marL="189865" indent="-177165">
              <a:lnSpc>
                <a:spcPct val="100000"/>
              </a:lnSpc>
              <a:spcBef>
                <a:spcPts val="840"/>
              </a:spcBef>
              <a:buFont typeface="Consolas"/>
              <a:buChar char="∙"/>
              <a:tabLst>
                <a:tab pos="189865" algn="l"/>
              </a:tabLst>
            </a:pPr>
            <a:endParaRPr lang="en-US" sz="1400" spc="-25" dirty="0">
              <a:latin typeface="맑은 고딕"/>
              <a:cs typeface="맑은 고딕"/>
            </a:endParaRPr>
          </a:p>
          <a:p>
            <a:pPr marL="189865" indent="-177165">
              <a:lnSpc>
                <a:spcPct val="100000"/>
              </a:lnSpc>
              <a:spcBef>
                <a:spcPts val="840"/>
              </a:spcBef>
              <a:buFont typeface="Consolas"/>
              <a:buChar char="∙"/>
              <a:tabLst>
                <a:tab pos="189865" algn="l"/>
              </a:tabLst>
            </a:pPr>
            <a:endParaRPr sz="1400" dirty="0">
              <a:latin typeface="맑은 고딕"/>
              <a:cs typeface="맑은 고딕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962399"/>
            <a:ext cx="9677399" cy="28194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④</a:t>
            </a:r>
            <a:r>
              <a:rPr spc="-70" dirty="0"/>
              <a:t> </a:t>
            </a:r>
            <a:r>
              <a:rPr spc="-20" dirty="0"/>
              <a:t>Task</a:t>
            </a:r>
            <a:r>
              <a:rPr spc="-45" dirty="0"/>
              <a:t> </a:t>
            </a:r>
            <a:r>
              <a:rPr spc="-50"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996" y="2221483"/>
            <a:ext cx="77260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05"/>
              </a:spcBef>
              <a:buFont typeface="Consolas"/>
              <a:buChar char="∙"/>
              <a:tabLst>
                <a:tab pos="189865" algn="l"/>
              </a:tabLst>
            </a:pPr>
            <a:r>
              <a:rPr sz="1400" dirty="0">
                <a:latin typeface="맑은 고딕"/>
                <a:cs typeface="맑은 고딕"/>
              </a:rPr>
              <a:t>다음</a:t>
            </a:r>
            <a:r>
              <a:rPr sz="1400" spc="-3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쉘</a:t>
            </a:r>
            <a:r>
              <a:rPr sz="1400" spc="-35" dirty="0">
                <a:latin typeface="맑은 고딕"/>
                <a:cs typeface="맑은 고딕"/>
              </a:rPr>
              <a:t> </a:t>
            </a:r>
            <a:r>
              <a:rPr sz="1400" spc="-10" dirty="0">
                <a:latin typeface="맑은 고딕"/>
                <a:cs typeface="맑은 고딕"/>
              </a:rPr>
              <a:t>명령어를</a:t>
            </a:r>
            <a:r>
              <a:rPr sz="1400" spc="-2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하나씩</a:t>
            </a:r>
            <a:r>
              <a:rPr sz="1400" spc="-30" dirty="0">
                <a:latin typeface="맑은 고딕"/>
                <a:cs typeface="맑은 고딕"/>
              </a:rPr>
              <a:t> </a:t>
            </a:r>
            <a:r>
              <a:rPr sz="1400" spc="-35" dirty="0">
                <a:latin typeface="맑은 고딕"/>
                <a:cs typeface="맑은 고딕"/>
              </a:rPr>
              <a:t>실행해보고</a:t>
            </a:r>
            <a:r>
              <a:rPr sz="1400" spc="-30" dirty="0">
                <a:latin typeface="맑은 고딕"/>
                <a:cs typeface="맑은 고딕"/>
              </a:rPr>
              <a:t> 결과화면과</a:t>
            </a:r>
            <a:r>
              <a:rPr sz="1400" spc="-2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간단한</a:t>
            </a:r>
            <a:r>
              <a:rPr sz="1400" spc="-3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설명을</a:t>
            </a:r>
            <a:r>
              <a:rPr sz="1400" spc="-30" dirty="0">
                <a:latin typeface="맑은 고딕"/>
                <a:cs typeface="맑은 고딕"/>
              </a:rPr>
              <a:t> </a:t>
            </a:r>
            <a:r>
              <a:rPr sz="1400" spc="-20" dirty="0">
                <a:latin typeface="맑은 고딕"/>
                <a:cs typeface="맑은 고딕"/>
              </a:rPr>
              <a:t>덧붙여서</a:t>
            </a:r>
            <a:r>
              <a:rPr sz="1400" spc="-25" dirty="0">
                <a:latin typeface="맑은 고딕"/>
                <a:cs typeface="맑은 고딕"/>
              </a:rPr>
              <a:t> </a:t>
            </a:r>
            <a:r>
              <a:rPr sz="1400" spc="-55" dirty="0">
                <a:latin typeface="맑은 고딕"/>
                <a:cs typeface="맑은 고딕"/>
              </a:rPr>
              <a:t>캡쳐하시오</a:t>
            </a:r>
            <a:r>
              <a:rPr sz="1400" spc="-55" dirty="0">
                <a:latin typeface="Consolas"/>
                <a:cs typeface="Consolas"/>
              </a:rPr>
              <a:t>(</a:t>
            </a:r>
            <a:r>
              <a:rPr sz="1400" spc="-55" dirty="0">
                <a:latin typeface="맑은 고딕"/>
                <a:cs typeface="맑은 고딕"/>
              </a:rPr>
              <a:t>시간표시</a:t>
            </a:r>
            <a:r>
              <a:rPr sz="1400" spc="-55" dirty="0">
                <a:latin typeface="Consolas"/>
                <a:cs typeface="Consolas"/>
              </a:rPr>
              <a:t>)</a:t>
            </a:r>
            <a:endParaRPr sz="1400">
              <a:latin typeface="Consolas"/>
              <a:cs typeface="Consola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509203"/>
              </p:ext>
            </p:extLst>
          </p:nvPr>
        </p:nvGraphicFramePr>
        <p:xfrm>
          <a:off x="1122427" y="2618866"/>
          <a:ext cx="7400924" cy="1214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9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35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554"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2540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2540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2540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1" y="2743200"/>
            <a:ext cx="5791199" cy="323458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2546172"/>
            <a:ext cx="4952999" cy="36286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⑤</a:t>
            </a:r>
            <a:r>
              <a:rPr spc="-70" dirty="0"/>
              <a:t> </a:t>
            </a:r>
            <a:r>
              <a:rPr spc="-20" dirty="0"/>
              <a:t>Task</a:t>
            </a:r>
            <a:r>
              <a:rPr spc="-45" dirty="0"/>
              <a:t> </a:t>
            </a:r>
            <a:r>
              <a:rPr spc="-50" dirty="0"/>
              <a:t>5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83996" y="2221483"/>
            <a:ext cx="7054215" cy="21602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9865" indent="-177165">
              <a:lnSpc>
                <a:spcPct val="100000"/>
              </a:lnSpc>
              <a:spcBef>
                <a:spcPts val="105"/>
              </a:spcBef>
              <a:buFont typeface="Consolas"/>
              <a:buChar char="∙"/>
              <a:tabLst>
                <a:tab pos="189865" algn="l"/>
              </a:tabLst>
            </a:pPr>
            <a:r>
              <a:rPr dirty="0"/>
              <a:t>처음</a:t>
            </a:r>
            <a:r>
              <a:rPr spc="5" dirty="0"/>
              <a:t> </a:t>
            </a:r>
            <a:r>
              <a:rPr dirty="0"/>
              <a:t>지시한</a:t>
            </a:r>
            <a:r>
              <a:rPr spc="5" dirty="0"/>
              <a:t> </a:t>
            </a:r>
            <a:r>
              <a:rPr dirty="0"/>
              <a:t>최종</a:t>
            </a:r>
            <a:r>
              <a:rPr spc="15" dirty="0"/>
              <a:t> </a:t>
            </a:r>
            <a:r>
              <a:rPr dirty="0"/>
              <a:t>쉘 </a:t>
            </a:r>
            <a:r>
              <a:rPr spc="-35" dirty="0"/>
              <a:t>프로그램을</a:t>
            </a:r>
            <a:r>
              <a:rPr spc="5" dirty="0"/>
              <a:t> </a:t>
            </a:r>
            <a:r>
              <a:rPr spc="-20" dirty="0"/>
              <a:t>작성한후</a:t>
            </a:r>
            <a:r>
              <a:rPr dirty="0"/>
              <a:t> 쉘</a:t>
            </a:r>
            <a:r>
              <a:rPr spc="15" dirty="0"/>
              <a:t> </a:t>
            </a:r>
            <a:r>
              <a:rPr dirty="0"/>
              <a:t>내용과</a:t>
            </a:r>
            <a:r>
              <a:rPr spc="5" dirty="0"/>
              <a:t> </a:t>
            </a:r>
            <a:r>
              <a:rPr spc="-35" dirty="0"/>
              <a:t>실행파일을</a:t>
            </a:r>
            <a:r>
              <a:rPr spc="5" dirty="0"/>
              <a:t> </a:t>
            </a:r>
            <a:r>
              <a:rPr spc="-60" dirty="0"/>
              <a:t>캡쳐하시오</a:t>
            </a:r>
            <a:r>
              <a:rPr spc="-60" dirty="0">
                <a:latin typeface="Consolas"/>
                <a:cs typeface="Consolas"/>
              </a:rPr>
              <a:t>(</a:t>
            </a:r>
            <a:r>
              <a:rPr spc="-60" dirty="0"/>
              <a:t>시간표시</a:t>
            </a:r>
            <a:r>
              <a:rPr spc="-60" dirty="0">
                <a:latin typeface="Consolas"/>
                <a:cs typeface="Consolas"/>
              </a:rPr>
              <a:t>)</a:t>
            </a:r>
          </a:p>
          <a:p>
            <a:pPr>
              <a:lnSpc>
                <a:spcPct val="100000"/>
              </a:lnSpc>
            </a:pPr>
            <a:endParaRPr spc="-6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pc="-60" dirty="0">
              <a:latin typeface="Consolas"/>
              <a:cs typeface="Consolas"/>
            </a:endParaRPr>
          </a:p>
          <a:p>
            <a:pPr marL="185420" indent="-180975">
              <a:lnSpc>
                <a:spcPct val="100000"/>
              </a:lnSpc>
              <a:buSzPct val="85714"/>
              <a:buFont typeface="Consolas"/>
              <a:buAutoNum type="arabicParenR"/>
              <a:tabLst>
                <a:tab pos="185420" algn="l"/>
              </a:tabLst>
            </a:pPr>
            <a:r>
              <a:rPr dirty="0"/>
              <a:t>쉘</a:t>
            </a:r>
            <a:r>
              <a:rPr spc="55" dirty="0"/>
              <a:t> </a:t>
            </a:r>
            <a:r>
              <a:rPr spc="-20" dirty="0"/>
              <a:t>프로그램</a:t>
            </a:r>
            <a:r>
              <a:rPr spc="30" dirty="0"/>
              <a:t> </a:t>
            </a:r>
            <a:r>
              <a:rPr spc="-25" dirty="0"/>
              <a:t>힌트</a:t>
            </a:r>
          </a:p>
          <a:p>
            <a:pPr marL="189865" lvl="1" indent="-177165">
              <a:lnSpc>
                <a:spcPct val="100000"/>
              </a:lnSpc>
              <a:spcBef>
                <a:spcPts val="840"/>
              </a:spcBef>
              <a:buChar char="-"/>
              <a:tabLst>
                <a:tab pos="189865" algn="l"/>
                <a:tab pos="1868805" algn="l"/>
              </a:tabLst>
            </a:pPr>
            <a:r>
              <a:rPr sz="1400" spc="-10" dirty="0">
                <a:latin typeface="Consolas"/>
                <a:cs typeface="Consolas"/>
              </a:rPr>
              <a:t>serverstatus.html</a:t>
            </a:r>
            <a:r>
              <a:rPr sz="1400" dirty="0">
                <a:latin typeface="Consolas"/>
                <a:cs typeface="Consolas"/>
              </a:rPr>
              <a:t>	</a:t>
            </a:r>
            <a:r>
              <a:rPr sz="1400" dirty="0">
                <a:latin typeface="맑은 고딕"/>
                <a:cs typeface="맑은 고딕"/>
              </a:rPr>
              <a:t>파일을</a:t>
            </a:r>
            <a:r>
              <a:rPr sz="1400" spc="-10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해당</a:t>
            </a:r>
            <a:r>
              <a:rPr sz="1400" spc="2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고칠</a:t>
            </a:r>
            <a:r>
              <a:rPr sz="1400" spc="2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부분</a:t>
            </a:r>
            <a:r>
              <a:rPr sz="1400" spc="1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위와</a:t>
            </a:r>
            <a:r>
              <a:rPr sz="1400" spc="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아래의</a:t>
            </a:r>
            <a:r>
              <a:rPr sz="1400" spc="10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파일로</a:t>
            </a:r>
            <a:r>
              <a:rPr sz="1400" spc="15" dirty="0">
                <a:latin typeface="맑은 고딕"/>
                <a:cs typeface="맑은 고딕"/>
              </a:rPr>
              <a:t> </a:t>
            </a:r>
            <a:r>
              <a:rPr sz="1400" dirty="0">
                <a:latin typeface="맑은 고딕"/>
                <a:cs typeface="맑은 고딕"/>
              </a:rPr>
              <a:t>분리</a:t>
            </a:r>
            <a:r>
              <a:rPr sz="1400" spc="25" dirty="0">
                <a:latin typeface="맑은 고딕"/>
                <a:cs typeface="맑은 고딕"/>
              </a:rPr>
              <a:t> </a:t>
            </a:r>
            <a:r>
              <a:rPr sz="1400" spc="-75" dirty="0">
                <a:latin typeface="Consolas"/>
                <a:cs typeface="Consolas"/>
              </a:rPr>
              <a:t>(t1,</a:t>
            </a:r>
            <a:r>
              <a:rPr sz="1400" spc="-1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t2</a:t>
            </a:r>
            <a:r>
              <a:rPr sz="1400" spc="-10" dirty="0">
                <a:latin typeface="맑은 고딕"/>
                <a:cs typeface="맑은 고딕"/>
              </a:rPr>
              <a:t>파일</a:t>
            </a:r>
            <a:r>
              <a:rPr sz="1400" spc="-10" dirty="0">
                <a:latin typeface="Consolas"/>
                <a:cs typeface="Consolas"/>
              </a:rPr>
              <a:t>)</a:t>
            </a:r>
            <a:endParaRPr sz="1400" dirty="0">
              <a:latin typeface="Consolas"/>
              <a:cs typeface="Consolas"/>
            </a:endParaRPr>
          </a:p>
          <a:p>
            <a:pPr marL="189865" lvl="1" indent="-177165">
              <a:lnSpc>
                <a:spcPct val="100000"/>
              </a:lnSpc>
              <a:spcBef>
                <a:spcPts val="840"/>
              </a:spcBef>
              <a:buFont typeface="Consolas"/>
              <a:buChar char="-"/>
              <a:tabLst>
                <a:tab pos="189865" algn="l"/>
              </a:tabLst>
            </a:pPr>
            <a:r>
              <a:rPr sz="1400" dirty="0">
                <a:latin typeface="맑은 고딕"/>
                <a:cs typeface="맑은 고딕"/>
              </a:rPr>
              <a:t>작업</a:t>
            </a:r>
            <a:r>
              <a:rPr sz="1400" spc="-15" dirty="0">
                <a:latin typeface="맑은 고딕"/>
                <a:cs typeface="맑은 고딕"/>
              </a:rPr>
              <a:t> </a:t>
            </a:r>
            <a:r>
              <a:rPr sz="1400" spc="-20" dirty="0" err="1">
                <a:latin typeface="맑은 고딕"/>
                <a:cs typeface="맑은 고딕"/>
              </a:rPr>
              <a:t>임시파일</a:t>
            </a:r>
            <a:r>
              <a:rPr sz="1400" spc="-10" dirty="0">
                <a:latin typeface="맑은 고딕"/>
                <a:cs typeface="맑은 고딕"/>
              </a:rPr>
              <a:t> </a:t>
            </a:r>
            <a:r>
              <a:rPr sz="1400" spc="-25" dirty="0" err="1" smtClean="0">
                <a:latin typeface="Consolas"/>
                <a:cs typeface="Consolas"/>
              </a:rPr>
              <a:t>tt</a:t>
            </a:r>
            <a:endParaRPr lang="en-US" sz="1400" spc="-25" dirty="0" smtClean="0">
              <a:latin typeface="Consolas"/>
              <a:cs typeface="Consolas"/>
            </a:endParaRPr>
          </a:p>
          <a:p>
            <a:pPr marL="189865" lvl="1" indent="-177165">
              <a:lnSpc>
                <a:spcPct val="100000"/>
              </a:lnSpc>
              <a:spcBef>
                <a:spcPts val="840"/>
              </a:spcBef>
              <a:buFont typeface="Consolas"/>
              <a:buChar char="-"/>
              <a:tabLst>
                <a:tab pos="189865" algn="l"/>
              </a:tabLst>
            </a:pPr>
            <a:endParaRPr lang="en-US" sz="1400" spc="-25" dirty="0">
              <a:latin typeface="Consolas"/>
              <a:cs typeface="Consolas"/>
            </a:endParaRPr>
          </a:p>
          <a:p>
            <a:pPr marL="189865" lvl="1" indent="-177165">
              <a:lnSpc>
                <a:spcPct val="100000"/>
              </a:lnSpc>
              <a:spcBef>
                <a:spcPts val="840"/>
              </a:spcBef>
              <a:buFont typeface="Consolas"/>
              <a:buChar char="-"/>
              <a:tabLst>
                <a:tab pos="189865" algn="l"/>
              </a:tabLst>
            </a:pPr>
            <a:endParaRPr sz="1400" dirty="0">
              <a:latin typeface="Consolas"/>
              <a:cs typeface="Consolas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38600"/>
            <a:ext cx="4343400" cy="24727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114800"/>
            <a:ext cx="4343921" cy="26865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60265" y="3195701"/>
            <a:ext cx="3858895" cy="527050"/>
          </a:xfrm>
          <a:custGeom>
            <a:avLst/>
            <a:gdLst/>
            <a:ahLst/>
            <a:cxnLst/>
            <a:rect l="l" t="t" r="r" b="b"/>
            <a:pathLst>
              <a:path w="3858895" h="527050">
                <a:moveTo>
                  <a:pt x="2357882" y="315975"/>
                </a:moveTo>
                <a:lnTo>
                  <a:pt x="2317750" y="315975"/>
                </a:lnTo>
                <a:lnTo>
                  <a:pt x="2317750" y="512444"/>
                </a:lnTo>
                <a:lnTo>
                  <a:pt x="2644902" y="512444"/>
                </a:lnTo>
                <a:lnTo>
                  <a:pt x="2644902" y="476631"/>
                </a:lnTo>
                <a:lnTo>
                  <a:pt x="2357882" y="476631"/>
                </a:lnTo>
                <a:lnTo>
                  <a:pt x="2357882" y="417322"/>
                </a:lnTo>
                <a:lnTo>
                  <a:pt x="2644902" y="417322"/>
                </a:lnTo>
                <a:lnTo>
                  <a:pt x="2644902" y="381508"/>
                </a:lnTo>
                <a:lnTo>
                  <a:pt x="2357882" y="381508"/>
                </a:lnTo>
                <a:lnTo>
                  <a:pt x="2357882" y="315975"/>
                </a:lnTo>
                <a:close/>
              </a:path>
              <a:path w="3858895" h="527050">
                <a:moveTo>
                  <a:pt x="2644902" y="417322"/>
                </a:moveTo>
                <a:lnTo>
                  <a:pt x="2604769" y="417322"/>
                </a:lnTo>
                <a:lnTo>
                  <a:pt x="2604769" y="476631"/>
                </a:lnTo>
                <a:lnTo>
                  <a:pt x="2644902" y="476631"/>
                </a:lnTo>
                <a:lnTo>
                  <a:pt x="2644902" y="417322"/>
                </a:lnTo>
                <a:close/>
              </a:path>
              <a:path w="3858895" h="527050">
                <a:moveTo>
                  <a:pt x="2644902" y="315975"/>
                </a:moveTo>
                <a:lnTo>
                  <a:pt x="2604769" y="315975"/>
                </a:lnTo>
                <a:lnTo>
                  <a:pt x="2604769" y="381508"/>
                </a:lnTo>
                <a:lnTo>
                  <a:pt x="2644902" y="381508"/>
                </a:lnTo>
                <a:lnTo>
                  <a:pt x="2644902" y="315975"/>
                </a:lnTo>
                <a:close/>
              </a:path>
              <a:path w="3858895" h="527050">
                <a:moveTo>
                  <a:pt x="2059432" y="316611"/>
                </a:moveTo>
                <a:lnTo>
                  <a:pt x="2019046" y="316611"/>
                </a:lnTo>
                <a:lnTo>
                  <a:pt x="2019046" y="332994"/>
                </a:lnTo>
                <a:lnTo>
                  <a:pt x="2017299" y="355850"/>
                </a:lnTo>
                <a:lnTo>
                  <a:pt x="2017236" y="356683"/>
                </a:lnTo>
                <a:lnTo>
                  <a:pt x="2011905" y="379126"/>
                </a:lnTo>
                <a:lnTo>
                  <a:pt x="2011807" y="379539"/>
                </a:lnTo>
                <a:lnTo>
                  <a:pt x="1990089" y="422656"/>
                </a:lnTo>
                <a:lnTo>
                  <a:pt x="1956387" y="459501"/>
                </a:lnTo>
                <a:lnTo>
                  <a:pt x="1913255" y="487299"/>
                </a:lnTo>
                <a:lnTo>
                  <a:pt x="1943608" y="513461"/>
                </a:lnTo>
                <a:lnTo>
                  <a:pt x="1986881" y="481064"/>
                </a:lnTo>
                <a:lnTo>
                  <a:pt x="2013672" y="451748"/>
                </a:lnTo>
                <a:lnTo>
                  <a:pt x="2039747" y="408939"/>
                </a:lnTo>
                <a:lnTo>
                  <a:pt x="2081349" y="408939"/>
                </a:lnTo>
                <a:lnTo>
                  <a:pt x="2061364" y="356683"/>
                </a:lnTo>
                <a:lnTo>
                  <a:pt x="2059432" y="332994"/>
                </a:lnTo>
                <a:lnTo>
                  <a:pt x="2059432" y="316611"/>
                </a:lnTo>
                <a:close/>
              </a:path>
              <a:path w="3858895" h="527050">
                <a:moveTo>
                  <a:pt x="1865757" y="317119"/>
                </a:moveTo>
                <a:lnTo>
                  <a:pt x="1826133" y="317119"/>
                </a:lnTo>
                <a:lnTo>
                  <a:pt x="1826133" y="332994"/>
                </a:lnTo>
                <a:lnTo>
                  <a:pt x="1824251" y="355850"/>
                </a:lnTo>
                <a:lnTo>
                  <a:pt x="1809202" y="399752"/>
                </a:lnTo>
                <a:lnTo>
                  <a:pt x="1779742" y="440372"/>
                </a:lnTo>
                <a:lnTo>
                  <a:pt x="1740205" y="473329"/>
                </a:lnTo>
                <a:lnTo>
                  <a:pt x="1716913" y="486663"/>
                </a:lnTo>
                <a:lnTo>
                  <a:pt x="1748409" y="512953"/>
                </a:lnTo>
                <a:lnTo>
                  <a:pt x="1780559" y="489997"/>
                </a:lnTo>
                <a:lnTo>
                  <a:pt x="1807686" y="463994"/>
                </a:lnTo>
                <a:lnTo>
                  <a:pt x="1829812" y="434943"/>
                </a:lnTo>
                <a:lnTo>
                  <a:pt x="1846961" y="402844"/>
                </a:lnTo>
                <a:lnTo>
                  <a:pt x="1888670" y="402844"/>
                </a:lnTo>
                <a:lnTo>
                  <a:pt x="1867161" y="352044"/>
                </a:lnTo>
                <a:lnTo>
                  <a:pt x="1865757" y="332994"/>
                </a:lnTo>
                <a:lnTo>
                  <a:pt x="1865757" y="317119"/>
                </a:lnTo>
                <a:close/>
              </a:path>
              <a:path w="3858895" h="527050">
                <a:moveTo>
                  <a:pt x="2081349" y="408939"/>
                </a:moveTo>
                <a:lnTo>
                  <a:pt x="2039747" y="408939"/>
                </a:lnTo>
                <a:lnTo>
                  <a:pt x="2046174" y="421632"/>
                </a:lnTo>
                <a:lnTo>
                  <a:pt x="2078482" y="463423"/>
                </a:lnTo>
                <a:lnTo>
                  <a:pt x="2106787" y="489489"/>
                </a:lnTo>
                <a:lnTo>
                  <a:pt x="2135378" y="508507"/>
                </a:lnTo>
                <a:lnTo>
                  <a:pt x="2165604" y="479932"/>
                </a:lnTo>
                <a:lnTo>
                  <a:pt x="2143644" y="470026"/>
                </a:lnTo>
                <a:lnTo>
                  <a:pt x="2123662" y="457073"/>
                </a:lnTo>
                <a:lnTo>
                  <a:pt x="2105632" y="441071"/>
                </a:lnTo>
                <a:lnTo>
                  <a:pt x="2089531" y="422021"/>
                </a:lnTo>
                <a:lnTo>
                  <a:pt x="2081349" y="408939"/>
                </a:lnTo>
                <a:close/>
              </a:path>
              <a:path w="3858895" h="527050">
                <a:moveTo>
                  <a:pt x="1888670" y="402844"/>
                </a:moveTo>
                <a:lnTo>
                  <a:pt x="1846961" y="402844"/>
                </a:lnTo>
                <a:lnTo>
                  <a:pt x="1857773" y="420820"/>
                </a:lnTo>
                <a:lnTo>
                  <a:pt x="1872694" y="438165"/>
                </a:lnTo>
                <a:lnTo>
                  <a:pt x="1891734" y="454868"/>
                </a:lnTo>
                <a:lnTo>
                  <a:pt x="1914906" y="470916"/>
                </a:lnTo>
                <a:lnTo>
                  <a:pt x="1944751" y="444119"/>
                </a:lnTo>
                <a:lnTo>
                  <a:pt x="1928430" y="437118"/>
                </a:lnTo>
                <a:lnTo>
                  <a:pt x="1913493" y="427799"/>
                </a:lnTo>
                <a:lnTo>
                  <a:pt x="1900120" y="416222"/>
                </a:lnTo>
                <a:lnTo>
                  <a:pt x="1888670" y="402844"/>
                </a:lnTo>
                <a:close/>
              </a:path>
              <a:path w="3858895" h="527050">
                <a:moveTo>
                  <a:pt x="264541" y="317119"/>
                </a:moveTo>
                <a:lnTo>
                  <a:pt x="223647" y="317119"/>
                </a:lnTo>
                <a:lnTo>
                  <a:pt x="223647" y="526796"/>
                </a:lnTo>
                <a:lnTo>
                  <a:pt x="264541" y="526796"/>
                </a:lnTo>
                <a:lnTo>
                  <a:pt x="264541" y="317119"/>
                </a:lnTo>
                <a:close/>
              </a:path>
              <a:path w="3858895" h="527050">
                <a:moveTo>
                  <a:pt x="488823" y="280797"/>
                </a:moveTo>
                <a:lnTo>
                  <a:pt x="0" y="280797"/>
                </a:lnTo>
                <a:lnTo>
                  <a:pt x="0" y="317119"/>
                </a:lnTo>
                <a:lnTo>
                  <a:pt x="488823" y="317119"/>
                </a:lnTo>
                <a:lnTo>
                  <a:pt x="488823" y="280797"/>
                </a:lnTo>
                <a:close/>
              </a:path>
              <a:path w="3858895" h="527050">
                <a:moveTo>
                  <a:pt x="2726055" y="237616"/>
                </a:moveTo>
                <a:lnTo>
                  <a:pt x="2237232" y="237616"/>
                </a:lnTo>
                <a:lnTo>
                  <a:pt x="2237232" y="274193"/>
                </a:lnTo>
                <a:lnTo>
                  <a:pt x="2726055" y="274193"/>
                </a:lnTo>
                <a:lnTo>
                  <a:pt x="2726055" y="237616"/>
                </a:lnTo>
                <a:close/>
              </a:path>
              <a:path w="3858895" h="527050">
                <a:moveTo>
                  <a:pt x="1048131" y="395986"/>
                </a:moveTo>
                <a:lnTo>
                  <a:pt x="559308" y="395986"/>
                </a:lnTo>
                <a:lnTo>
                  <a:pt x="559308" y="432943"/>
                </a:lnTo>
                <a:lnTo>
                  <a:pt x="1048131" y="432943"/>
                </a:lnTo>
                <a:lnTo>
                  <a:pt x="1048131" y="395986"/>
                </a:lnTo>
                <a:close/>
              </a:path>
              <a:path w="3858895" h="527050">
                <a:moveTo>
                  <a:pt x="794131" y="224282"/>
                </a:moveTo>
                <a:lnTo>
                  <a:pt x="753491" y="224282"/>
                </a:lnTo>
                <a:lnTo>
                  <a:pt x="753491" y="395986"/>
                </a:lnTo>
                <a:lnTo>
                  <a:pt x="794131" y="395986"/>
                </a:lnTo>
                <a:lnTo>
                  <a:pt x="794131" y="224282"/>
                </a:lnTo>
                <a:close/>
              </a:path>
              <a:path w="3858895" h="527050">
                <a:moveTo>
                  <a:pt x="968121" y="49784"/>
                </a:moveTo>
                <a:lnTo>
                  <a:pt x="630301" y="49784"/>
                </a:lnTo>
                <a:lnTo>
                  <a:pt x="630301" y="86613"/>
                </a:lnTo>
                <a:lnTo>
                  <a:pt x="927354" y="86613"/>
                </a:lnTo>
                <a:lnTo>
                  <a:pt x="927339" y="169672"/>
                </a:lnTo>
                <a:lnTo>
                  <a:pt x="926758" y="206386"/>
                </a:lnTo>
                <a:lnTo>
                  <a:pt x="924972" y="245681"/>
                </a:lnTo>
                <a:lnTo>
                  <a:pt x="921996" y="286690"/>
                </a:lnTo>
                <a:lnTo>
                  <a:pt x="917829" y="329438"/>
                </a:lnTo>
                <a:lnTo>
                  <a:pt x="957453" y="332994"/>
                </a:lnTo>
                <a:lnTo>
                  <a:pt x="962120" y="291419"/>
                </a:lnTo>
                <a:lnTo>
                  <a:pt x="965453" y="250332"/>
                </a:lnTo>
                <a:lnTo>
                  <a:pt x="967454" y="209746"/>
                </a:lnTo>
                <a:lnTo>
                  <a:pt x="968121" y="169672"/>
                </a:lnTo>
                <a:lnTo>
                  <a:pt x="968121" y="49784"/>
                </a:lnTo>
                <a:close/>
              </a:path>
              <a:path w="3858895" h="527050">
                <a:moveTo>
                  <a:pt x="1280795" y="161671"/>
                </a:moveTo>
                <a:lnTo>
                  <a:pt x="1252550" y="163786"/>
                </a:lnTo>
                <a:lnTo>
                  <a:pt x="1252735" y="163786"/>
                </a:lnTo>
                <a:lnTo>
                  <a:pt x="1227413" y="170116"/>
                </a:lnTo>
                <a:lnTo>
                  <a:pt x="1185048" y="195325"/>
                </a:lnTo>
                <a:lnTo>
                  <a:pt x="1157557" y="232886"/>
                </a:lnTo>
                <a:lnTo>
                  <a:pt x="1148334" y="279146"/>
                </a:lnTo>
                <a:lnTo>
                  <a:pt x="1150641" y="303004"/>
                </a:lnTo>
                <a:lnTo>
                  <a:pt x="1157443" y="324490"/>
                </a:lnTo>
                <a:lnTo>
                  <a:pt x="1157557" y="324850"/>
                </a:lnTo>
                <a:lnTo>
                  <a:pt x="1169068" y="344672"/>
                </a:lnTo>
                <a:lnTo>
                  <a:pt x="1185164" y="362458"/>
                </a:lnTo>
                <a:lnTo>
                  <a:pt x="1204956" y="377126"/>
                </a:lnTo>
                <a:lnTo>
                  <a:pt x="1227595" y="387699"/>
                </a:lnTo>
                <a:lnTo>
                  <a:pt x="1227771" y="387699"/>
                </a:lnTo>
                <a:lnTo>
                  <a:pt x="1252588" y="393914"/>
                </a:lnTo>
                <a:lnTo>
                  <a:pt x="1252809" y="393914"/>
                </a:lnTo>
                <a:lnTo>
                  <a:pt x="1280287" y="395986"/>
                </a:lnTo>
                <a:lnTo>
                  <a:pt x="1308361" y="393914"/>
                </a:lnTo>
                <a:lnTo>
                  <a:pt x="1333722" y="387699"/>
                </a:lnTo>
                <a:lnTo>
                  <a:pt x="1356367" y="377340"/>
                </a:lnTo>
                <a:lnTo>
                  <a:pt x="1376299" y="362838"/>
                </a:lnTo>
                <a:lnTo>
                  <a:pt x="1377697" y="361314"/>
                </a:lnTo>
                <a:lnTo>
                  <a:pt x="1280795" y="361314"/>
                </a:lnTo>
                <a:lnTo>
                  <a:pt x="1261580" y="359812"/>
                </a:lnTo>
                <a:lnTo>
                  <a:pt x="1214628" y="337185"/>
                </a:lnTo>
                <a:lnTo>
                  <a:pt x="1190107" y="295483"/>
                </a:lnTo>
                <a:lnTo>
                  <a:pt x="1188466" y="279146"/>
                </a:lnTo>
                <a:lnTo>
                  <a:pt x="1190085" y="262695"/>
                </a:lnTo>
                <a:lnTo>
                  <a:pt x="1214374" y="220725"/>
                </a:lnTo>
                <a:lnTo>
                  <a:pt x="1261504" y="197973"/>
                </a:lnTo>
                <a:lnTo>
                  <a:pt x="1280795" y="196469"/>
                </a:lnTo>
                <a:lnTo>
                  <a:pt x="1377334" y="196469"/>
                </a:lnTo>
                <a:lnTo>
                  <a:pt x="1376299" y="195325"/>
                </a:lnTo>
                <a:lnTo>
                  <a:pt x="1356411" y="180637"/>
                </a:lnTo>
                <a:lnTo>
                  <a:pt x="1333881" y="170116"/>
                </a:lnTo>
                <a:lnTo>
                  <a:pt x="1308683" y="163786"/>
                </a:lnTo>
                <a:lnTo>
                  <a:pt x="1280795" y="161671"/>
                </a:lnTo>
                <a:close/>
              </a:path>
              <a:path w="3858895" h="527050">
                <a:moveTo>
                  <a:pt x="1377334" y="196469"/>
                </a:moveTo>
                <a:lnTo>
                  <a:pt x="1280795" y="196469"/>
                </a:lnTo>
                <a:lnTo>
                  <a:pt x="1300085" y="197973"/>
                </a:lnTo>
                <a:lnTo>
                  <a:pt x="1317577" y="202501"/>
                </a:lnTo>
                <a:lnTo>
                  <a:pt x="1358550" y="233461"/>
                </a:lnTo>
                <a:lnTo>
                  <a:pt x="1373124" y="279146"/>
                </a:lnTo>
                <a:lnTo>
                  <a:pt x="1371484" y="295483"/>
                </a:lnTo>
                <a:lnTo>
                  <a:pt x="1347089" y="337185"/>
                </a:lnTo>
                <a:lnTo>
                  <a:pt x="1300011" y="359812"/>
                </a:lnTo>
                <a:lnTo>
                  <a:pt x="1280795" y="361314"/>
                </a:lnTo>
                <a:lnTo>
                  <a:pt x="1377697" y="361314"/>
                </a:lnTo>
                <a:lnTo>
                  <a:pt x="1392467" y="345215"/>
                </a:lnTo>
                <a:lnTo>
                  <a:pt x="1404016" y="325485"/>
                </a:lnTo>
                <a:lnTo>
                  <a:pt x="1410946" y="303635"/>
                </a:lnTo>
                <a:lnTo>
                  <a:pt x="1413256" y="279653"/>
                </a:lnTo>
                <a:lnTo>
                  <a:pt x="1410946" y="255369"/>
                </a:lnTo>
                <a:lnTo>
                  <a:pt x="1404097" y="233461"/>
                </a:lnTo>
                <a:lnTo>
                  <a:pt x="1404016" y="233203"/>
                </a:lnTo>
                <a:lnTo>
                  <a:pt x="1392467" y="213181"/>
                </a:lnTo>
                <a:lnTo>
                  <a:pt x="1377334" y="196469"/>
                </a:lnTo>
                <a:close/>
              </a:path>
              <a:path w="3858895" h="527050">
                <a:moveTo>
                  <a:pt x="3639819" y="46482"/>
                </a:moveTo>
                <a:lnTo>
                  <a:pt x="3393820" y="46482"/>
                </a:lnTo>
                <a:lnTo>
                  <a:pt x="3393820" y="377444"/>
                </a:lnTo>
                <a:lnTo>
                  <a:pt x="3440617" y="377444"/>
                </a:lnTo>
                <a:lnTo>
                  <a:pt x="3583051" y="376427"/>
                </a:lnTo>
                <a:lnTo>
                  <a:pt x="3606268" y="375592"/>
                </a:lnTo>
                <a:lnTo>
                  <a:pt x="3629247" y="374221"/>
                </a:lnTo>
                <a:lnTo>
                  <a:pt x="3651988" y="372302"/>
                </a:lnTo>
                <a:lnTo>
                  <a:pt x="3674491" y="369824"/>
                </a:lnTo>
                <a:lnTo>
                  <a:pt x="3671796" y="341122"/>
                </a:lnTo>
                <a:lnTo>
                  <a:pt x="3434715" y="341122"/>
                </a:lnTo>
                <a:lnTo>
                  <a:pt x="3434715" y="82803"/>
                </a:lnTo>
                <a:lnTo>
                  <a:pt x="3639819" y="82803"/>
                </a:lnTo>
                <a:lnTo>
                  <a:pt x="3639819" y="46482"/>
                </a:lnTo>
                <a:close/>
              </a:path>
              <a:path w="3858895" h="527050">
                <a:moveTo>
                  <a:pt x="3671189" y="334645"/>
                </a:moveTo>
                <a:lnTo>
                  <a:pt x="3649241" y="336976"/>
                </a:lnTo>
                <a:lnTo>
                  <a:pt x="3614632" y="338790"/>
                </a:lnTo>
                <a:lnTo>
                  <a:pt x="3567349" y="340085"/>
                </a:lnTo>
                <a:lnTo>
                  <a:pt x="3434715" y="341122"/>
                </a:lnTo>
                <a:lnTo>
                  <a:pt x="3671796" y="341122"/>
                </a:lnTo>
                <a:lnTo>
                  <a:pt x="3671189" y="334645"/>
                </a:lnTo>
                <a:close/>
              </a:path>
              <a:path w="3858895" h="527050">
                <a:moveTo>
                  <a:pt x="2894330" y="44831"/>
                </a:moveTo>
                <a:lnTo>
                  <a:pt x="2853563" y="44831"/>
                </a:lnTo>
                <a:lnTo>
                  <a:pt x="2853563" y="372618"/>
                </a:lnTo>
                <a:lnTo>
                  <a:pt x="2933382" y="372269"/>
                </a:lnTo>
                <a:lnTo>
                  <a:pt x="3001264" y="371230"/>
                </a:lnTo>
                <a:lnTo>
                  <a:pt x="3057207" y="369506"/>
                </a:lnTo>
                <a:lnTo>
                  <a:pt x="3101213" y="367105"/>
                </a:lnTo>
                <a:lnTo>
                  <a:pt x="3153410" y="360299"/>
                </a:lnTo>
                <a:lnTo>
                  <a:pt x="3149869" y="336296"/>
                </a:lnTo>
                <a:lnTo>
                  <a:pt x="2894330" y="336296"/>
                </a:lnTo>
                <a:lnTo>
                  <a:pt x="2894330" y="44831"/>
                </a:lnTo>
                <a:close/>
              </a:path>
              <a:path w="3858895" h="527050">
                <a:moveTo>
                  <a:pt x="3148203" y="324993"/>
                </a:moveTo>
                <a:lnTo>
                  <a:pt x="3113222" y="329920"/>
                </a:lnTo>
                <a:lnTo>
                  <a:pt x="3065240" y="333454"/>
                </a:lnTo>
                <a:lnTo>
                  <a:pt x="3004256" y="335583"/>
                </a:lnTo>
                <a:lnTo>
                  <a:pt x="2930270" y="336296"/>
                </a:lnTo>
                <a:lnTo>
                  <a:pt x="3149869" y="336296"/>
                </a:lnTo>
                <a:lnTo>
                  <a:pt x="3148203" y="324993"/>
                </a:lnTo>
                <a:close/>
              </a:path>
              <a:path w="3858895" h="527050">
                <a:moveTo>
                  <a:pt x="2110232" y="0"/>
                </a:moveTo>
                <a:lnTo>
                  <a:pt x="2069464" y="0"/>
                </a:lnTo>
                <a:lnTo>
                  <a:pt x="2069464" y="59816"/>
                </a:lnTo>
                <a:lnTo>
                  <a:pt x="1961388" y="59816"/>
                </a:lnTo>
                <a:lnTo>
                  <a:pt x="1961388" y="95123"/>
                </a:lnTo>
                <a:lnTo>
                  <a:pt x="2069464" y="95123"/>
                </a:lnTo>
                <a:lnTo>
                  <a:pt x="2069464" y="152146"/>
                </a:lnTo>
                <a:lnTo>
                  <a:pt x="1961388" y="152146"/>
                </a:lnTo>
                <a:lnTo>
                  <a:pt x="1961388" y="187451"/>
                </a:lnTo>
                <a:lnTo>
                  <a:pt x="2069464" y="187451"/>
                </a:lnTo>
                <a:lnTo>
                  <a:pt x="2069464" y="293115"/>
                </a:lnTo>
                <a:lnTo>
                  <a:pt x="2110232" y="293115"/>
                </a:lnTo>
                <a:lnTo>
                  <a:pt x="2110232" y="0"/>
                </a:lnTo>
                <a:close/>
              </a:path>
              <a:path w="3858895" h="527050">
                <a:moveTo>
                  <a:pt x="1857883" y="17272"/>
                </a:moveTo>
                <a:lnTo>
                  <a:pt x="1818259" y="17272"/>
                </a:lnTo>
                <a:lnTo>
                  <a:pt x="1818259" y="73278"/>
                </a:lnTo>
                <a:lnTo>
                  <a:pt x="1815875" y="101181"/>
                </a:lnTo>
                <a:lnTo>
                  <a:pt x="1796774" y="155128"/>
                </a:lnTo>
                <a:lnTo>
                  <a:pt x="1759763" y="205275"/>
                </a:lnTo>
                <a:lnTo>
                  <a:pt x="1712337" y="244475"/>
                </a:lnTo>
                <a:lnTo>
                  <a:pt x="1685289" y="259461"/>
                </a:lnTo>
                <a:lnTo>
                  <a:pt x="1714246" y="287654"/>
                </a:lnTo>
                <a:lnTo>
                  <a:pt x="1751139" y="262334"/>
                </a:lnTo>
                <a:lnTo>
                  <a:pt x="1787652" y="227964"/>
                </a:lnTo>
                <a:lnTo>
                  <a:pt x="1818814" y="190087"/>
                </a:lnTo>
                <a:lnTo>
                  <a:pt x="1839595" y="154304"/>
                </a:lnTo>
                <a:lnTo>
                  <a:pt x="1883341" y="154304"/>
                </a:lnTo>
                <a:lnTo>
                  <a:pt x="1880171" y="149842"/>
                </a:lnTo>
                <a:lnTo>
                  <a:pt x="1867789" y="124856"/>
                </a:lnTo>
                <a:lnTo>
                  <a:pt x="1860359" y="99323"/>
                </a:lnTo>
                <a:lnTo>
                  <a:pt x="1857883" y="73278"/>
                </a:lnTo>
                <a:lnTo>
                  <a:pt x="1857883" y="17272"/>
                </a:lnTo>
                <a:close/>
              </a:path>
              <a:path w="3858895" h="527050">
                <a:moveTo>
                  <a:pt x="1883341" y="154304"/>
                </a:moveTo>
                <a:lnTo>
                  <a:pt x="1839595" y="154304"/>
                </a:lnTo>
                <a:lnTo>
                  <a:pt x="1848171" y="169902"/>
                </a:lnTo>
                <a:lnTo>
                  <a:pt x="1873420" y="202668"/>
                </a:lnTo>
                <a:lnTo>
                  <a:pt x="1908121" y="236384"/>
                </a:lnTo>
                <a:lnTo>
                  <a:pt x="1943987" y="263574"/>
                </a:lnTo>
                <a:lnTo>
                  <a:pt x="1961896" y="274193"/>
                </a:lnTo>
                <a:lnTo>
                  <a:pt x="1989455" y="244475"/>
                </a:lnTo>
                <a:lnTo>
                  <a:pt x="1964051" y="231876"/>
                </a:lnTo>
                <a:lnTo>
                  <a:pt x="1940242" y="215979"/>
                </a:lnTo>
                <a:lnTo>
                  <a:pt x="1918053" y="196772"/>
                </a:lnTo>
                <a:lnTo>
                  <a:pt x="1897507" y="174244"/>
                </a:lnTo>
                <a:lnTo>
                  <a:pt x="1883341" y="154304"/>
                </a:lnTo>
                <a:close/>
              </a:path>
              <a:path w="3858895" h="527050">
                <a:moveTo>
                  <a:pt x="264541" y="16763"/>
                </a:moveTo>
                <a:lnTo>
                  <a:pt x="223647" y="16763"/>
                </a:lnTo>
                <a:lnTo>
                  <a:pt x="223647" y="39624"/>
                </a:lnTo>
                <a:lnTo>
                  <a:pt x="219766" y="64508"/>
                </a:lnTo>
                <a:lnTo>
                  <a:pt x="189142" y="111222"/>
                </a:lnTo>
                <a:lnTo>
                  <a:pt x="130421" y="152554"/>
                </a:lnTo>
                <a:lnTo>
                  <a:pt x="59364" y="178550"/>
                </a:lnTo>
                <a:lnTo>
                  <a:pt x="20193" y="185165"/>
                </a:lnTo>
                <a:lnTo>
                  <a:pt x="45338" y="219328"/>
                </a:lnTo>
                <a:lnTo>
                  <a:pt x="107156" y="201771"/>
                </a:lnTo>
                <a:lnTo>
                  <a:pt x="166497" y="172593"/>
                </a:lnTo>
                <a:lnTo>
                  <a:pt x="215090" y="138033"/>
                </a:lnTo>
                <a:lnTo>
                  <a:pt x="244348" y="104139"/>
                </a:lnTo>
                <a:lnTo>
                  <a:pt x="292723" y="104139"/>
                </a:lnTo>
                <a:lnTo>
                  <a:pt x="279590" y="88296"/>
                </a:lnTo>
                <a:lnTo>
                  <a:pt x="268303" y="64508"/>
                </a:lnTo>
                <a:lnTo>
                  <a:pt x="264541" y="39624"/>
                </a:lnTo>
                <a:lnTo>
                  <a:pt x="264541" y="16763"/>
                </a:lnTo>
                <a:close/>
              </a:path>
              <a:path w="3858895" h="527050">
                <a:moveTo>
                  <a:pt x="292723" y="104139"/>
                </a:moveTo>
                <a:lnTo>
                  <a:pt x="244348" y="104139"/>
                </a:lnTo>
                <a:lnTo>
                  <a:pt x="255924" y="120665"/>
                </a:lnTo>
                <a:lnTo>
                  <a:pt x="294318" y="154574"/>
                </a:lnTo>
                <a:lnTo>
                  <a:pt x="350901" y="187862"/>
                </a:lnTo>
                <a:lnTo>
                  <a:pt x="412623" y="209909"/>
                </a:lnTo>
                <a:lnTo>
                  <a:pt x="444626" y="216026"/>
                </a:lnTo>
                <a:lnTo>
                  <a:pt x="468630" y="182499"/>
                </a:lnTo>
                <a:lnTo>
                  <a:pt x="428198" y="176522"/>
                </a:lnTo>
                <a:lnTo>
                  <a:pt x="390731" y="166211"/>
                </a:lnTo>
                <a:lnTo>
                  <a:pt x="356240" y="151566"/>
                </a:lnTo>
                <a:lnTo>
                  <a:pt x="324738" y="132587"/>
                </a:lnTo>
                <a:lnTo>
                  <a:pt x="298402" y="110990"/>
                </a:lnTo>
                <a:lnTo>
                  <a:pt x="292723" y="104139"/>
                </a:lnTo>
                <a:close/>
              </a:path>
              <a:path w="3858895" h="527050">
                <a:moveTo>
                  <a:pt x="2528752" y="81661"/>
                </a:moveTo>
                <a:lnTo>
                  <a:pt x="2482215" y="81661"/>
                </a:lnTo>
                <a:lnTo>
                  <a:pt x="2495430" y="98827"/>
                </a:lnTo>
                <a:lnTo>
                  <a:pt x="2534292" y="132113"/>
                </a:lnTo>
                <a:lnTo>
                  <a:pt x="2588178" y="162687"/>
                </a:lnTo>
                <a:lnTo>
                  <a:pt x="2647753" y="183070"/>
                </a:lnTo>
                <a:lnTo>
                  <a:pt x="2679065" y="188975"/>
                </a:lnTo>
                <a:lnTo>
                  <a:pt x="2700401" y="155956"/>
                </a:lnTo>
                <a:lnTo>
                  <a:pt x="2660372" y="150550"/>
                </a:lnTo>
                <a:lnTo>
                  <a:pt x="2623534" y="140811"/>
                </a:lnTo>
                <a:lnTo>
                  <a:pt x="2589887" y="126738"/>
                </a:lnTo>
                <a:lnTo>
                  <a:pt x="2559431" y="108331"/>
                </a:lnTo>
                <a:lnTo>
                  <a:pt x="2534241" y="87848"/>
                </a:lnTo>
                <a:lnTo>
                  <a:pt x="2528752" y="81661"/>
                </a:lnTo>
                <a:close/>
              </a:path>
              <a:path w="3858895" h="527050">
                <a:moveTo>
                  <a:pt x="2501773" y="9651"/>
                </a:moveTo>
                <a:lnTo>
                  <a:pt x="2461387" y="9651"/>
                </a:lnTo>
                <a:lnTo>
                  <a:pt x="2461387" y="27304"/>
                </a:lnTo>
                <a:lnTo>
                  <a:pt x="2457789" y="46950"/>
                </a:lnTo>
                <a:lnTo>
                  <a:pt x="2428972" y="86955"/>
                </a:lnTo>
                <a:lnTo>
                  <a:pt x="2373346" y="125747"/>
                </a:lnTo>
                <a:lnTo>
                  <a:pt x="2302912" y="149802"/>
                </a:lnTo>
                <a:lnTo>
                  <a:pt x="2262886" y="155448"/>
                </a:lnTo>
                <a:lnTo>
                  <a:pt x="2286889" y="188468"/>
                </a:lnTo>
                <a:lnTo>
                  <a:pt x="2347182" y="173688"/>
                </a:lnTo>
                <a:lnTo>
                  <a:pt x="2404999" y="146812"/>
                </a:lnTo>
                <a:lnTo>
                  <a:pt x="2452655" y="114093"/>
                </a:lnTo>
                <a:lnTo>
                  <a:pt x="2482215" y="81661"/>
                </a:lnTo>
                <a:lnTo>
                  <a:pt x="2528752" y="81661"/>
                </a:lnTo>
                <a:lnTo>
                  <a:pt x="2516219" y="67532"/>
                </a:lnTo>
                <a:lnTo>
                  <a:pt x="2505388" y="47359"/>
                </a:lnTo>
                <a:lnTo>
                  <a:pt x="2501773" y="27304"/>
                </a:lnTo>
                <a:lnTo>
                  <a:pt x="2501773" y="9651"/>
                </a:lnTo>
                <a:close/>
              </a:path>
              <a:path w="3858895" h="527050">
                <a:moveTo>
                  <a:pt x="3765677" y="0"/>
                </a:moveTo>
                <a:lnTo>
                  <a:pt x="3725037" y="0"/>
                </a:lnTo>
                <a:lnTo>
                  <a:pt x="3725037" y="526796"/>
                </a:lnTo>
                <a:lnTo>
                  <a:pt x="3765677" y="526796"/>
                </a:lnTo>
                <a:lnTo>
                  <a:pt x="3765677" y="244475"/>
                </a:lnTo>
                <a:lnTo>
                  <a:pt x="3858641" y="244475"/>
                </a:lnTo>
                <a:lnTo>
                  <a:pt x="3858641" y="207645"/>
                </a:lnTo>
                <a:lnTo>
                  <a:pt x="3765677" y="207645"/>
                </a:lnTo>
                <a:lnTo>
                  <a:pt x="3765677" y="0"/>
                </a:lnTo>
                <a:close/>
              </a:path>
              <a:path w="3858895" h="527050">
                <a:moveTo>
                  <a:pt x="3234563" y="0"/>
                </a:moveTo>
                <a:lnTo>
                  <a:pt x="3193541" y="0"/>
                </a:lnTo>
                <a:lnTo>
                  <a:pt x="3193541" y="526796"/>
                </a:lnTo>
                <a:lnTo>
                  <a:pt x="3234563" y="526796"/>
                </a:lnTo>
                <a:lnTo>
                  <a:pt x="3234563" y="0"/>
                </a:lnTo>
                <a:close/>
              </a:path>
              <a:path w="3858895" h="527050">
                <a:moveTo>
                  <a:pt x="1528445" y="0"/>
                </a:moveTo>
                <a:lnTo>
                  <a:pt x="1487805" y="0"/>
                </a:lnTo>
                <a:lnTo>
                  <a:pt x="1487805" y="526796"/>
                </a:lnTo>
                <a:lnTo>
                  <a:pt x="1528445" y="526796"/>
                </a:lnTo>
                <a:lnTo>
                  <a:pt x="1528445" y="278638"/>
                </a:lnTo>
                <a:lnTo>
                  <a:pt x="1617472" y="278638"/>
                </a:lnTo>
                <a:lnTo>
                  <a:pt x="1617472" y="242315"/>
                </a:lnTo>
                <a:lnTo>
                  <a:pt x="1528445" y="242315"/>
                </a:lnTo>
                <a:lnTo>
                  <a:pt x="1528445" y="0"/>
                </a:lnTo>
                <a:close/>
              </a:path>
              <a:path w="3858895" h="527050">
                <a:moveTo>
                  <a:pt x="1437259" y="83947"/>
                </a:moveTo>
                <a:lnTo>
                  <a:pt x="1124331" y="83947"/>
                </a:lnTo>
                <a:lnTo>
                  <a:pt x="1124331" y="120776"/>
                </a:lnTo>
                <a:lnTo>
                  <a:pt x="1437259" y="120776"/>
                </a:lnTo>
                <a:lnTo>
                  <a:pt x="1437259" y="83947"/>
                </a:lnTo>
                <a:close/>
              </a:path>
              <a:path w="3858895" h="527050">
                <a:moveTo>
                  <a:pt x="1300988" y="0"/>
                </a:moveTo>
                <a:lnTo>
                  <a:pt x="1260094" y="0"/>
                </a:lnTo>
                <a:lnTo>
                  <a:pt x="1260094" y="83947"/>
                </a:lnTo>
                <a:lnTo>
                  <a:pt x="1300988" y="83947"/>
                </a:lnTo>
                <a:lnTo>
                  <a:pt x="1300988" y="0"/>
                </a:lnTo>
                <a:close/>
              </a:path>
            </a:pathLst>
          </a:custGeom>
          <a:solidFill>
            <a:srgbClr val="171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71231" y="3618738"/>
            <a:ext cx="60325" cy="60960"/>
          </a:xfrm>
          <a:custGeom>
            <a:avLst/>
            <a:gdLst/>
            <a:ahLst/>
            <a:cxnLst/>
            <a:rect l="l" t="t" r="r" b="b"/>
            <a:pathLst>
              <a:path w="60325" h="60960">
                <a:moveTo>
                  <a:pt x="38100" y="0"/>
                </a:moveTo>
                <a:lnTo>
                  <a:pt x="30099" y="0"/>
                </a:lnTo>
                <a:lnTo>
                  <a:pt x="22098" y="0"/>
                </a:lnTo>
                <a:lnTo>
                  <a:pt x="15113" y="3048"/>
                </a:lnTo>
                <a:lnTo>
                  <a:pt x="9017" y="8889"/>
                </a:lnTo>
                <a:lnTo>
                  <a:pt x="3048" y="14859"/>
                </a:lnTo>
                <a:lnTo>
                  <a:pt x="0" y="22098"/>
                </a:lnTo>
                <a:lnTo>
                  <a:pt x="0" y="38988"/>
                </a:lnTo>
                <a:lnTo>
                  <a:pt x="3048" y="46100"/>
                </a:lnTo>
                <a:lnTo>
                  <a:pt x="14859" y="58038"/>
                </a:lnTo>
                <a:lnTo>
                  <a:pt x="21844" y="60960"/>
                </a:lnTo>
                <a:lnTo>
                  <a:pt x="38353" y="60960"/>
                </a:lnTo>
                <a:lnTo>
                  <a:pt x="45339" y="57912"/>
                </a:lnTo>
                <a:lnTo>
                  <a:pt x="57150" y="45719"/>
                </a:lnTo>
                <a:lnTo>
                  <a:pt x="60198" y="38607"/>
                </a:lnTo>
                <a:lnTo>
                  <a:pt x="60198" y="22098"/>
                </a:lnTo>
                <a:lnTo>
                  <a:pt x="57150" y="14859"/>
                </a:lnTo>
                <a:lnTo>
                  <a:pt x="51180" y="8889"/>
                </a:lnTo>
                <a:lnTo>
                  <a:pt x="45085" y="3048"/>
                </a:lnTo>
                <a:lnTo>
                  <a:pt x="38100" y="0"/>
                </a:lnTo>
                <a:close/>
              </a:path>
            </a:pathLst>
          </a:custGeom>
          <a:solidFill>
            <a:srgbClr val="171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6734" y="2918460"/>
            <a:ext cx="110743" cy="1107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4425" y="2918460"/>
            <a:ext cx="110744" cy="1107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311</Words>
  <Application>Microsoft Office PowerPoint</Application>
  <PresentationFormat>와이드스크린</PresentationFormat>
  <Paragraphs>38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돋움</vt:lpstr>
      <vt:lpstr>맑은 고딕</vt:lpstr>
      <vt:lpstr>함초롬바탕</vt:lpstr>
      <vt:lpstr>Calibri</vt:lpstr>
      <vt:lpstr>Consolas</vt:lpstr>
      <vt:lpstr>Wingdings</vt:lpstr>
      <vt:lpstr>Office Theme</vt:lpstr>
      <vt:lpstr>③ awk 명령어 이용</vt:lpstr>
      <vt:lpstr>PowerPoint 프레젠테이션</vt:lpstr>
      <vt:lpstr>PowerPoint 프레젠테이션</vt:lpstr>
      <vt:lpstr>① Task 1</vt:lpstr>
      <vt:lpstr>② Task 2</vt:lpstr>
      <vt:lpstr>③ Task 3</vt:lpstr>
      <vt:lpstr>④ Task 4</vt:lpstr>
      <vt:lpstr>⑤ Task 5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 템포</dc:creator>
  <cp:lastModifiedBy>user</cp:lastModifiedBy>
  <cp:revision>4</cp:revision>
  <dcterms:created xsi:type="dcterms:W3CDTF">2026-05-22T07:02:54Z</dcterms:created>
  <dcterms:modified xsi:type="dcterms:W3CDTF">2026-05-22T07:56:59Z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2026-03-17T00:00:00Z</vt:filetime>
  </property>
  <property fmtid="{D5CDD505-2E9C-101B-9397-08002B2CF9AE}" pid="3" name="Creator">
    <vt:lpwstr>Microsoft® PowerPoint® Microsoft 365용</vt:lpwstr>
  </property>
  <property fmtid="{D5CDD505-2E9C-101B-9397-08002B2CF9AE}" pid="4" name="LastSaved">
    <vt:filetime>2026-05-22T00:00:00Z</vt:filetime>
  </property>
  <property fmtid="{D5CDD505-2E9C-101B-9397-08002B2CF9AE}" pid="5" name="Producer">
    <vt:lpwstr>Microsoft® PowerPoint® Microsoft 365용</vt:lpwstr>
  </property>
</Properties>
</file>